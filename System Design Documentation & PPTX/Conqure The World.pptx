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7"/>
  </p:notesMasterIdLst>
  <p:sldIdLst>
    <p:sldId id="278" r:id="rId5"/>
    <p:sldId id="279" r:id="rId6"/>
    <p:sldId id="280" r:id="rId7"/>
    <p:sldId id="283" r:id="rId8"/>
    <p:sldId id="286" r:id="rId9"/>
    <p:sldId id="287" r:id="rId10"/>
    <p:sldId id="284" r:id="rId11"/>
    <p:sldId id="290" r:id="rId12"/>
    <p:sldId id="296" r:id="rId13"/>
    <p:sldId id="297" r:id="rId14"/>
    <p:sldId id="300" r:id="rId15"/>
    <p:sldId id="301" r:id="rId16"/>
    <p:sldId id="302" r:id="rId17"/>
    <p:sldId id="299" r:id="rId18"/>
    <p:sldId id="285" r:id="rId19"/>
    <p:sldId id="288" r:id="rId20"/>
    <p:sldId id="305" r:id="rId21"/>
    <p:sldId id="303" r:id="rId22"/>
    <p:sldId id="295" r:id="rId23"/>
    <p:sldId id="304" r:id="rId24"/>
    <p:sldId id="306" r:id="rId25"/>
    <p:sldId id="30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9F11DF-BF04-4F5F-AC36-C1CC18311009}" v="68" dt="2023-12-20T08:54:34.4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4619" autoAdjust="0"/>
  </p:normalViewPr>
  <p:slideViewPr>
    <p:cSldViewPr snapToGrid="0">
      <p:cViewPr varScale="1">
        <p:scale>
          <a:sx n="82" d="100"/>
          <a:sy n="82" d="100"/>
        </p:scale>
        <p:origin x="9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hid Jamadar" userId="dbdb2539ba374391" providerId="LiveId" clId="{E89F11DF-BF04-4F5F-AC36-C1CC18311009}"/>
    <pc:docChg chg="undo custSel addSld delSld modSld sldOrd">
      <pc:chgData name="Wahid Jamadar" userId="dbdb2539ba374391" providerId="LiveId" clId="{E89F11DF-BF04-4F5F-AC36-C1CC18311009}" dt="2023-12-20T09:19:23.299" v="4230" actId="1036"/>
      <pc:docMkLst>
        <pc:docMk/>
      </pc:docMkLst>
      <pc:sldChg chg="modSp mod">
        <pc:chgData name="Wahid Jamadar" userId="dbdb2539ba374391" providerId="LiveId" clId="{E89F11DF-BF04-4F5F-AC36-C1CC18311009}" dt="2023-12-20T09:19:23.299" v="4230" actId="1036"/>
        <pc:sldMkLst>
          <pc:docMk/>
          <pc:sldMk cId="4167884232" sldId="278"/>
        </pc:sldMkLst>
        <pc:spChg chg="mod">
          <ac:chgData name="Wahid Jamadar" userId="dbdb2539ba374391" providerId="LiveId" clId="{E89F11DF-BF04-4F5F-AC36-C1CC18311009}" dt="2023-12-14T05:24:27.971" v="1034" actId="114"/>
          <ac:spMkLst>
            <pc:docMk/>
            <pc:sldMk cId="4167884232" sldId="278"/>
            <ac:spMk id="2" creationId="{0D1F047C-C727-42A7-85C5-68C5AA1B1A93}"/>
          </ac:spMkLst>
        </pc:spChg>
        <pc:picChg chg="mod">
          <ac:chgData name="Wahid Jamadar" userId="dbdb2539ba374391" providerId="LiveId" clId="{E89F11DF-BF04-4F5F-AC36-C1CC18311009}" dt="2023-12-20T09:19:23.299" v="4230" actId="1036"/>
          <ac:picMkLst>
            <pc:docMk/>
            <pc:sldMk cId="4167884232" sldId="278"/>
            <ac:picMk id="5" creationId="{F8A1C807-B9AD-4C9B-BF9F-60F03428998E}"/>
          </ac:picMkLst>
        </pc:picChg>
      </pc:sldChg>
      <pc:sldChg chg="modSp mod">
        <pc:chgData name="Wahid Jamadar" userId="dbdb2539ba374391" providerId="LiveId" clId="{E89F11DF-BF04-4F5F-AC36-C1CC18311009}" dt="2023-12-18T09:09:01.506" v="2119" actId="20577"/>
        <pc:sldMkLst>
          <pc:docMk/>
          <pc:sldMk cId="3220235682" sldId="279"/>
        </pc:sldMkLst>
        <pc:spChg chg="mod">
          <ac:chgData name="Wahid Jamadar" userId="dbdb2539ba374391" providerId="LiveId" clId="{E89F11DF-BF04-4F5F-AC36-C1CC18311009}" dt="2023-12-12T14:55:41.588" v="719" actId="27636"/>
          <ac:spMkLst>
            <pc:docMk/>
            <pc:sldMk cId="3220235682" sldId="279"/>
            <ac:spMk id="2" creationId="{89559F60-4CE1-4E2F-86EA-1B60679F1F4A}"/>
          </ac:spMkLst>
        </pc:spChg>
        <pc:spChg chg="mod">
          <ac:chgData name="Wahid Jamadar" userId="dbdb2539ba374391" providerId="LiveId" clId="{E89F11DF-BF04-4F5F-AC36-C1CC18311009}" dt="2023-12-18T09:09:01.506" v="2119" actId="20577"/>
          <ac:spMkLst>
            <pc:docMk/>
            <pc:sldMk cId="3220235682" sldId="279"/>
            <ac:spMk id="24" creationId="{F260476B-CCA6-412B-A9C5-399C34AE6F05}"/>
          </ac:spMkLst>
        </pc:spChg>
      </pc:sldChg>
      <pc:sldChg chg="addSp delSp modSp mod">
        <pc:chgData name="Wahid Jamadar" userId="dbdb2539ba374391" providerId="LiveId" clId="{E89F11DF-BF04-4F5F-AC36-C1CC18311009}" dt="2023-12-20T04:21:28.699" v="2861" actId="115"/>
        <pc:sldMkLst>
          <pc:docMk/>
          <pc:sldMk cId="189182395" sldId="280"/>
        </pc:sldMkLst>
        <pc:spChg chg="mod">
          <ac:chgData name="Wahid Jamadar" userId="dbdb2539ba374391" providerId="LiveId" clId="{E89F11DF-BF04-4F5F-AC36-C1CC18311009}" dt="2023-12-20T04:21:02.276" v="2817" actId="14100"/>
          <ac:spMkLst>
            <pc:docMk/>
            <pc:sldMk cId="189182395" sldId="280"/>
            <ac:spMk id="2" creationId="{57D53FAE-993C-B813-8CF2-D39135BE6C78}"/>
          </ac:spMkLst>
        </pc:spChg>
        <pc:spChg chg="mod">
          <ac:chgData name="Wahid Jamadar" userId="dbdb2539ba374391" providerId="LiveId" clId="{E89F11DF-BF04-4F5F-AC36-C1CC18311009}" dt="2023-12-20T04:21:28.699" v="2861" actId="115"/>
          <ac:spMkLst>
            <pc:docMk/>
            <pc:sldMk cId="189182395" sldId="280"/>
            <ac:spMk id="3" creationId="{CC675B7B-FEB2-1D35-C661-BBA058DDEB53}"/>
          </ac:spMkLst>
        </pc:spChg>
        <pc:picChg chg="add del mod ord">
          <ac:chgData name="Wahid Jamadar" userId="dbdb2539ba374391" providerId="LiveId" clId="{E89F11DF-BF04-4F5F-AC36-C1CC18311009}" dt="2023-12-20T03:49:25.695" v="2242" actId="478"/>
          <ac:picMkLst>
            <pc:docMk/>
            <pc:sldMk cId="189182395" sldId="280"/>
            <ac:picMk id="5" creationId="{D0D2224F-72EA-D7BE-CB56-E81F5EC20D86}"/>
          </ac:picMkLst>
        </pc:picChg>
        <pc:picChg chg="add mod">
          <ac:chgData name="Wahid Jamadar" userId="dbdb2539ba374391" providerId="LiveId" clId="{E89F11DF-BF04-4F5F-AC36-C1CC18311009}" dt="2023-12-20T04:21:09.262" v="2818" actId="1076"/>
          <ac:picMkLst>
            <pc:docMk/>
            <pc:sldMk cId="189182395" sldId="280"/>
            <ac:picMk id="7" creationId="{ADD18C4C-7B75-F5AC-CE7C-CF23E43AAF3A}"/>
          </ac:picMkLst>
        </pc:picChg>
      </pc:sldChg>
      <pc:sldChg chg="addSp modSp add del mod">
        <pc:chgData name="Wahid Jamadar" userId="dbdb2539ba374391" providerId="LiveId" clId="{E89F11DF-BF04-4F5F-AC36-C1CC18311009}" dt="2023-12-12T17:32:34.730" v="901" actId="2696"/>
        <pc:sldMkLst>
          <pc:docMk/>
          <pc:sldMk cId="806644181" sldId="281"/>
        </pc:sldMkLst>
        <pc:spChg chg="add mod">
          <ac:chgData name="Wahid Jamadar" userId="dbdb2539ba374391" providerId="LiveId" clId="{E89F11DF-BF04-4F5F-AC36-C1CC18311009}" dt="2023-12-12T17:31:31.219" v="890" actId="14100"/>
          <ac:spMkLst>
            <pc:docMk/>
            <pc:sldMk cId="806644181" sldId="281"/>
            <ac:spMk id="3" creationId="{85585AF3-277B-585E-9F22-351051899D19}"/>
          </ac:spMkLst>
        </pc:spChg>
      </pc:sldChg>
      <pc:sldChg chg="new del">
        <pc:chgData name="Wahid Jamadar" userId="dbdb2539ba374391" providerId="LiveId" clId="{E89F11DF-BF04-4F5F-AC36-C1CC18311009}" dt="2023-12-12T17:32:40.232" v="902" actId="2696"/>
        <pc:sldMkLst>
          <pc:docMk/>
          <pc:sldMk cId="658109876" sldId="282"/>
        </pc:sldMkLst>
      </pc:sldChg>
      <pc:sldChg chg="new del ord">
        <pc:chgData name="Wahid Jamadar" userId="dbdb2539ba374391" providerId="LiveId" clId="{E89F11DF-BF04-4F5F-AC36-C1CC18311009}" dt="2023-12-10T14:40:42.516" v="350" actId="2696"/>
        <pc:sldMkLst>
          <pc:docMk/>
          <pc:sldMk cId="3986371994" sldId="282"/>
        </pc:sldMkLst>
      </pc:sldChg>
      <pc:sldChg chg="modSp new mod ord">
        <pc:chgData name="Wahid Jamadar" userId="dbdb2539ba374391" providerId="LiveId" clId="{E89F11DF-BF04-4F5F-AC36-C1CC18311009}" dt="2023-12-20T04:22:08.354" v="2869" actId="12"/>
        <pc:sldMkLst>
          <pc:docMk/>
          <pc:sldMk cId="1170786626" sldId="283"/>
        </pc:sldMkLst>
        <pc:spChg chg="mod">
          <ac:chgData name="Wahid Jamadar" userId="dbdb2539ba374391" providerId="LiveId" clId="{E89F11DF-BF04-4F5F-AC36-C1CC18311009}" dt="2023-12-20T04:20:24.911" v="2814" actId="14100"/>
          <ac:spMkLst>
            <pc:docMk/>
            <pc:sldMk cId="1170786626" sldId="283"/>
            <ac:spMk id="2" creationId="{72F2FBBB-CAAB-31E6-48E5-68350269F524}"/>
          </ac:spMkLst>
        </pc:spChg>
        <pc:spChg chg="mod">
          <ac:chgData name="Wahid Jamadar" userId="dbdb2539ba374391" providerId="LiveId" clId="{E89F11DF-BF04-4F5F-AC36-C1CC18311009}" dt="2023-12-20T04:22:08.354" v="2869" actId="12"/>
          <ac:spMkLst>
            <pc:docMk/>
            <pc:sldMk cId="1170786626" sldId="283"/>
            <ac:spMk id="3" creationId="{B7F20213-F923-60B5-FB44-6F636CE68BC0}"/>
          </ac:spMkLst>
        </pc:spChg>
      </pc:sldChg>
      <pc:sldChg chg="addSp delSp modSp new mod">
        <pc:chgData name="Wahid Jamadar" userId="dbdb2539ba374391" providerId="LiveId" clId="{E89F11DF-BF04-4F5F-AC36-C1CC18311009}" dt="2023-12-20T04:18:57.556" v="2803" actId="1076"/>
        <pc:sldMkLst>
          <pc:docMk/>
          <pc:sldMk cId="2733334638" sldId="284"/>
        </pc:sldMkLst>
        <pc:spChg chg="del mod">
          <ac:chgData name="Wahid Jamadar" userId="dbdb2539ba374391" providerId="LiveId" clId="{E89F11DF-BF04-4F5F-AC36-C1CC18311009}" dt="2023-12-12T12:17:00.663" v="495" actId="478"/>
          <ac:spMkLst>
            <pc:docMk/>
            <pc:sldMk cId="2733334638" sldId="284"/>
            <ac:spMk id="2" creationId="{2D6F5FDE-6EC6-1408-12F7-C0F0C600EA34}"/>
          </ac:spMkLst>
        </pc:spChg>
        <pc:spChg chg="mod">
          <ac:chgData name="Wahid Jamadar" userId="dbdb2539ba374391" providerId="LiveId" clId="{E89F11DF-BF04-4F5F-AC36-C1CC18311009}" dt="2023-12-12T12:19:02.912" v="531" actId="313"/>
          <ac:spMkLst>
            <pc:docMk/>
            <pc:sldMk cId="2733334638" sldId="284"/>
            <ac:spMk id="3" creationId="{8550A1E0-8052-C5C0-8CCA-F272E4A77DA0}"/>
          </ac:spMkLst>
        </pc:spChg>
        <pc:spChg chg="add mod">
          <ac:chgData name="Wahid Jamadar" userId="dbdb2539ba374391" providerId="LiveId" clId="{E89F11DF-BF04-4F5F-AC36-C1CC18311009}" dt="2023-12-20T04:18:57.556" v="2803" actId="1076"/>
          <ac:spMkLst>
            <pc:docMk/>
            <pc:sldMk cId="2733334638" sldId="284"/>
            <ac:spMk id="5" creationId="{C8E706E2-E7F9-DFC3-5201-CA428C72C527}"/>
          </ac:spMkLst>
        </pc:spChg>
      </pc:sldChg>
      <pc:sldChg chg="modSp new mod ord">
        <pc:chgData name="Wahid Jamadar" userId="dbdb2539ba374391" providerId="LiveId" clId="{E89F11DF-BF04-4F5F-AC36-C1CC18311009}" dt="2023-12-20T07:43:37.864" v="3495" actId="1036"/>
        <pc:sldMkLst>
          <pc:docMk/>
          <pc:sldMk cId="1939617750" sldId="285"/>
        </pc:sldMkLst>
        <pc:spChg chg="mod">
          <ac:chgData name="Wahid Jamadar" userId="dbdb2539ba374391" providerId="LiveId" clId="{E89F11DF-BF04-4F5F-AC36-C1CC18311009}" dt="2023-12-20T07:43:37.864" v="3495" actId="1036"/>
          <ac:spMkLst>
            <pc:docMk/>
            <pc:sldMk cId="1939617750" sldId="285"/>
            <ac:spMk id="2" creationId="{18229108-F7C5-E89C-2836-316ED6EEAA8A}"/>
          </ac:spMkLst>
        </pc:spChg>
        <pc:spChg chg="mod">
          <ac:chgData name="Wahid Jamadar" userId="dbdb2539ba374391" providerId="LiveId" clId="{E89F11DF-BF04-4F5F-AC36-C1CC18311009}" dt="2023-12-12T12:24:17.247" v="712" actId="20577"/>
          <ac:spMkLst>
            <pc:docMk/>
            <pc:sldMk cId="1939617750" sldId="285"/>
            <ac:spMk id="3" creationId="{8BD2D8B8-9D0C-A1C1-822C-4433BC513177}"/>
          </ac:spMkLst>
        </pc:spChg>
      </pc:sldChg>
      <pc:sldChg chg="modSp new mod ord">
        <pc:chgData name="Wahid Jamadar" userId="dbdb2539ba374391" providerId="LiveId" clId="{E89F11DF-BF04-4F5F-AC36-C1CC18311009}" dt="2023-12-20T04:22:57.151" v="2918" actId="1076"/>
        <pc:sldMkLst>
          <pc:docMk/>
          <pc:sldMk cId="1279171869" sldId="286"/>
        </pc:sldMkLst>
        <pc:spChg chg="mod">
          <ac:chgData name="Wahid Jamadar" userId="dbdb2539ba374391" providerId="LiveId" clId="{E89F11DF-BF04-4F5F-AC36-C1CC18311009}" dt="2023-12-20T04:19:49.005" v="2811" actId="14100"/>
          <ac:spMkLst>
            <pc:docMk/>
            <pc:sldMk cId="1279171869" sldId="286"/>
            <ac:spMk id="2" creationId="{1B6C6722-A214-A267-E70F-2A44AEFD8CF9}"/>
          </ac:spMkLst>
        </pc:spChg>
        <pc:spChg chg="mod">
          <ac:chgData name="Wahid Jamadar" userId="dbdb2539ba374391" providerId="LiveId" clId="{E89F11DF-BF04-4F5F-AC36-C1CC18311009}" dt="2023-12-20T04:22:57.151" v="2918" actId="1076"/>
          <ac:spMkLst>
            <pc:docMk/>
            <pc:sldMk cId="1279171869" sldId="286"/>
            <ac:spMk id="3" creationId="{19DA3DFC-52F3-3AB1-A2A9-E73998B7D72D}"/>
          </ac:spMkLst>
        </pc:spChg>
      </pc:sldChg>
      <pc:sldChg chg="modSp new mod ord">
        <pc:chgData name="Wahid Jamadar" userId="dbdb2539ba374391" providerId="LiveId" clId="{E89F11DF-BF04-4F5F-AC36-C1CC18311009}" dt="2023-12-20T04:35:21.569" v="2995" actId="20577"/>
        <pc:sldMkLst>
          <pc:docMk/>
          <pc:sldMk cId="427673753" sldId="287"/>
        </pc:sldMkLst>
        <pc:spChg chg="mod">
          <ac:chgData name="Wahid Jamadar" userId="dbdb2539ba374391" providerId="LiveId" clId="{E89F11DF-BF04-4F5F-AC36-C1CC18311009}" dt="2023-12-20T04:19:28.237" v="2808" actId="1076"/>
          <ac:spMkLst>
            <pc:docMk/>
            <pc:sldMk cId="427673753" sldId="287"/>
            <ac:spMk id="2" creationId="{53988CE1-9230-A342-BAAD-C4C13E6FDC8F}"/>
          </ac:spMkLst>
        </pc:spChg>
        <pc:spChg chg="mod">
          <ac:chgData name="Wahid Jamadar" userId="dbdb2539ba374391" providerId="LiveId" clId="{E89F11DF-BF04-4F5F-AC36-C1CC18311009}" dt="2023-12-20T04:35:21.569" v="2995" actId="20577"/>
          <ac:spMkLst>
            <pc:docMk/>
            <pc:sldMk cId="427673753" sldId="287"/>
            <ac:spMk id="3" creationId="{0E464D8B-0B49-FE1C-D727-B695E6F508D9}"/>
          </ac:spMkLst>
        </pc:spChg>
      </pc:sldChg>
      <pc:sldChg chg="addSp delSp modSp new del mod">
        <pc:chgData name="Wahid Jamadar" userId="dbdb2539ba374391" providerId="LiveId" clId="{E89F11DF-BF04-4F5F-AC36-C1CC18311009}" dt="2023-12-12T17:32:28.515" v="899" actId="680"/>
        <pc:sldMkLst>
          <pc:docMk/>
          <pc:sldMk cId="3410738075" sldId="287"/>
        </pc:sldMkLst>
        <pc:spChg chg="add del">
          <ac:chgData name="Wahid Jamadar" userId="dbdb2539ba374391" providerId="LiveId" clId="{E89F11DF-BF04-4F5F-AC36-C1CC18311009}" dt="2023-12-12T17:32:13.916" v="898"/>
          <ac:spMkLst>
            <pc:docMk/>
            <pc:sldMk cId="3410738075" sldId="287"/>
            <ac:spMk id="3" creationId="{6DE263FE-A707-AAA2-AE6B-8648026681BC}"/>
          </ac:spMkLst>
        </pc:spChg>
        <pc:picChg chg="add del mod">
          <ac:chgData name="Wahid Jamadar" userId="dbdb2539ba374391" providerId="LiveId" clId="{E89F11DF-BF04-4F5F-AC36-C1CC18311009}" dt="2023-12-12T17:32:13.916" v="898"/>
          <ac:picMkLst>
            <pc:docMk/>
            <pc:sldMk cId="3410738075" sldId="287"/>
            <ac:picMk id="4" creationId="{213CE27A-66E8-DD6B-F2A4-8C9F790CC3E5}"/>
          </ac:picMkLst>
        </pc:picChg>
      </pc:sldChg>
      <pc:sldChg chg="addSp delSp modSp new mod ord">
        <pc:chgData name="Wahid Jamadar" userId="dbdb2539ba374391" providerId="LiveId" clId="{E89F11DF-BF04-4F5F-AC36-C1CC18311009}" dt="2023-12-20T07:47:58.671" v="3548" actId="20577"/>
        <pc:sldMkLst>
          <pc:docMk/>
          <pc:sldMk cId="3252414443" sldId="288"/>
        </pc:sldMkLst>
        <pc:spChg chg="mod">
          <ac:chgData name="Wahid Jamadar" userId="dbdb2539ba374391" providerId="LiveId" clId="{E89F11DF-BF04-4F5F-AC36-C1CC18311009}" dt="2023-12-20T07:32:47.874" v="3406" actId="1076"/>
          <ac:spMkLst>
            <pc:docMk/>
            <pc:sldMk cId="3252414443" sldId="288"/>
            <ac:spMk id="2" creationId="{AA536CD0-7D50-5A91-4141-5A018C283FF6}"/>
          </ac:spMkLst>
        </pc:spChg>
        <pc:spChg chg="del">
          <ac:chgData name="Wahid Jamadar" userId="dbdb2539ba374391" providerId="LiveId" clId="{E89F11DF-BF04-4F5F-AC36-C1CC18311009}" dt="2023-12-18T05:59:40.411" v="1093" actId="931"/>
          <ac:spMkLst>
            <pc:docMk/>
            <pc:sldMk cId="3252414443" sldId="288"/>
            <ac:spMk id="3" creationId="{ADDFDA6C-1096-CD06-A843-770936C03BB6}"/>
          </ac:spMkLst>
        </pc:spChg>
        <pc:spChg chg="add mod ord">
          <ac:chgData name="Wahid Jamadar" userId="dbdb2539ba374391" providerId="LiveId" clId="{E89F11DF-BF04-4F5F-AC36-C1CC18311009}" dt="2023-12-20T07:30:22.298" v="3395" actId="14100"/>
          <ac:spMkLst>
            <pc:docMk/>
            <pc:sldMk cId="3252414443" sldId="288"/>
            <ac:spMk id="3" creationId="{CFDEC046-8CD7-7B47-5AF5-08516331E3E9}"/>
          </ac:spMkLst>
        </pc:spChg>
        <pc:spChg chg="add del mod ord">
          <ac:chgData name="Wahid Jamadar" userId="dbdb2539ba374391" providerId="LiveId" clId="{E89F11DF-BF04-4F5F-AC36-C1CC18311009}" dt="2023-12-20T07:46:28.826" v="3530" actId="21"/>
          <ac:spMkLst>
            <pc:docMk/>
            <pc:sldMk cId="3252414443" sldId="288"/>
            <ac:spMk id="6" creationId="{2B2608EA-9666-C571-AF7E-C853EB73EE5D}"/>
          </ac:spMkLst>
        </pc:spChg>
        <pc:spChg chg="add mod">
          <ac:chgData name="Wahid Jamadar" userId="dbdb2539ba374391" providerId="LiveId" clId="{E89F11DF-BF04-4F5F-AC36-C1CC18311009}" dt="2023-12-20T07:47:58.671" v="3548" actId="20577"/>
          <ac:spMkLst>
            <pc:docMk/>
            <pc:sldMk cId="3252414443" sldId="288"/>
            <ac:spMk id="8" creationId="{A2A50827-8A5D-EEAA-D9FC-F66E3BCD5C99}"/>
          </ac:spMkLst>
        </pc:spChg>
        <pc:picChg chg="add del mod">
          <ac:chgData name="Wahid Jamadar" userId="dbdb2539ba374391" providerId="LiveId" clId="{E89F11DF-BF04-4F5F-AC36-C1CC18311009}" dt="2023-12-20T07:44:41.861" v="3497" actId="478"/>
          <ac:picMkLst>
            <pc:docMk/>
            <pc:sldMk cId="3252414443" sldId="288"/>
            <ac:picMk id="4" creationId="{91011CEB-4760-D98F-8462-B26C3D225563}"/>
          </ac:picMkLst>
        </pc:picChg>
        <pc:picChg chg="add mod ord">
          <ac:chgData name="Wahid Jamadar" userId="dbdb2539ba374391" providerId="LiveId" clId="{E89F11DF-BF04-4F5F-AC36-C1CC18311009}" dt="2023-12-20T05:29:06.791" v="3349" actId="14100"/>
          <ac:picMkLst>
            <pc:docMk/>
            <pc:sldMk cId="3252414443" sldId="288"/>
            <ac:picMk id="5" creationId="{2A7EEA63-D58D-BBEE-1403-2432DAED773F}"/>
          </ac:picMkLst>
        </pc:picChg>
      </pc:sldChg>
      <pc:sldChg chg="addSp delSp modSp new del mod">
        <pc:chgData name="Wahid Jamadar" userId="dbdb2539ba374391" providerId="LiveId" clId="{E89F11DF-BF04-4F5F-AC36-C1CC18311009}" dt="2023-12-20T04:17:37.314" v="2790" actId="47"/>
        <pc:sldMkLst>
          <pc:docMk/>
          <pc:sldMk cId="289933820" sldId="289"/>
        </pc:sldMkLst>
        <pc:spChg chg="add del mod">
          <ac:chgData name="Wahid Jamadar" userId="dbdb2539ba374391" providerId="LiveId" clId="{E89F11DF-BF04-4F5F-AC36-C1CC18311009}" dt="2023-12-18T06:13:04.491" v="1128"/>
          <ac:spMkLst>
            <pc:docMk/>
            <pc:sldMk cId="289933820" sldId="289"/>
            <ac:spMk id="2" creationId="{7EE00CBA-4B5B-366C-4A77-21095FDBDF95}"/>
          </ac:spMkLst>
        </pc:spChg>
        <pc:spChg chg="add mod">
          <ac:chgData name="Wahid Jamadar" userId="dbdb2539ba374391" providerId="LiveId" clId="{E89F11DF-BF04-4F5F-AC36-C1CC18311009}" dt="2023-12-20T04:14:13.931" v="2666" actId="21"/>
          <ac:spMkLst>
            <pc:docMk/>
            <pc:sldMk cId="289933820" sldId="289"/>
            <ac:spMk id="3" creationId="{57F2F13C-ACA1-3E6C-CACA-9182495E96BF}"/>
          </ac:spMkLst>
        </pc:spChg>
      </pc:sldChg>
      <pc:sldChg chg="modSp new mod ord">
        <pc:chgData name="Wahid Jamadar" userId="dbdb2539ba374391" providerId="LiveId" clId="{E89F11DF-BF04-4F5F-AC36-C1CC18311009}" dt="2023-12-20T04:17:20.793" v="2789" actId="20577"/>
        <pc:sldMkLst>
          <pc:docMk/>
          <pc:sldMk cId="1726555178" sldId="290"/>
        </pc:sldMkLst>
        <pc:spChg chg="mod">
          <ac:chgData name="Wahid Jamadar" userId="dbdb2539ba374391" providerId="LiveId" clId="{E89F11DF-BF04-4F5F-AC36-C1CC18311009}" dt="2023-12-20T04:17:09.316" v="2787" actId="14100"/>
          <ac:spMkLst>
            <pc:docMk/>
            <pc:sldMk cId="1726555178" sldId="290"/>
            <ac:spMk id="2" creationId="{7E9CFE3F-1336-5E5D-B808-AA316C50636B}"/>
          </ac:spMkLst>
        </pc:spChg>
        <pc:spChg chg="mod">
          <ac:chgData name="Wahid Jamadar" userId="dbdb2539ba374391" providerId="LiveId" clId="{E89F11DF-BF04-4F5F-AC36-C1CC18311009}" dt="2023-12-20T04:17:20.793" v="2789" actId="20577"/>
          <ac:spMkLst>
            <pc:docMk/>
            <pc:sldMk cId="1726555178" sldId="290"/>
            <ac:spMk id="3" creationId="{0715136E-1DF4-9D34-7D3B-B9A7D7C20A22}"/>
          </ac:spMkLst>
        </pc:spChg>
      </pc:sldChg>
      <pc:sldChg chg="addSp delSp modSp new del mod">
        <pc:chgData name="Wahid Jamadar" userId="dbdb2539ba374391" providerId="LiveId" clId="{E89F11DF-BF04-4F5F-AC36-C1CC18311009}" dt="2023-12-20T05:20:56.544" v="3259" actId="47"/>
        <pc:sldMkLst>
          <pc:docMk/>
          <pc:sldMk cId="2605168780" sldId="291"/>
        </pc:sldMkLst>
        <pc:spChg chg="add del mod">
          <ac:chgData name="Wahid Jamadar" userId="dbdb2539ba374391" providerId="LiveId" clId="{E89F11DF-BF04-4F5F-AC36-C1CC18311009}" dt="2023-12-18T06:26:28.658" v="1689"/>
          <ac:spMkLst>
            <pc:docMk/>
            <pc:sldMk cId="2605168780" sldId="291"/>
            <ac:spMk id="2" creationId="{1F0084D9-58E4-CD67-5CCA-4C9FB99F4C8C}"/>
          </ac:spMkLst>
        </pc:spChg>
        <pc:spChg chg="add del mod">
          <ac:chgData name="Wahid Jamadar" userId="dbdb2539ba374391" providerId="LiveId" clId="{E89F11DF-BF04-4F5F-AC36-C1CC18311009}" dt="2023-12-20T04:18:17.601" v="2799" actId="21"/>
          <ac:spMkLst>
            <pc:docMk/>
            <pc:sldMk cId="2605168780" sldId="291"/>
            <ac:spMk id="4" creationId="{0EE499FD-5F7D-9F5D-8934-3FD01EC3BEE7}"/>
          </ac:spMkLst>
        </pc:spChg>
      </pc:sldChg>
      <pc:sldChg chg="addSp delSp modSp new del mod">
        <pc:chgData name="Wahid Jamadar" userId="dbdb2539ba374391" providerId="LiveId" clId="{E89F11DF-BF04-4F5F-AC36-C1CC18311009}" dt="2023-12-20T05:22:57.344" v="3319" actId="47"/>
        <pc:sldMkLst>
          <pc:docMk/>
          <pc:sldMk cId="3108133725" sldId="292"/>
        </pc:sldMkLst>
        <pc:spChg chg="add del mod">
          <ac:chgData name="Wahid Jamadar" userId="dbdb2539ba374391" providerId="LiveId" clId="{E89F11DF-BF04-4F5F-AC36-C1CC18311009}" dt="2023-12-18T06:26:11.624" v="1685"/>
          <ac:spMkLst>
            <pc:docMk/>
            <pc:sldMk cId="3108133725" sldId="292"/>
            <ac:spMk id="2" creationId="{E932BEC7-4DA8-399A-B9E9-FBD4863146D7}"/>
          </ac:spMkLst>
        </pc:spChg>
        <pc:spChg chg="add mod">
          <ac:chgData name="Wahid Jamadar" userId="dbdb2539ba374391" providerId="LiveId" clId="{E89F11DF-BF04-4F5F-AC36-C1CC18311009}" dt="2023-12-18T06:33:36.502" v="1844" actId="20577"/>
          <ac:spMkLst>
            <pc:docMk/>
            <pc:sldMk cId="3108133725" sldId="292"/>
            <ac:spMk id="4" creationId="{6879FE94-D5A9-B2F9-F883-1FAD9A2C6C24}"/>
          </ac:spMkLst>
        </pc:spChg>
      </pc:sldChg>
      <pc:sldChg chg="addSp delSp modSp new del mod ord">
        <pc:chgData name="Wahid Jamadar" userId="dbdb2539ba374391" providerId="LiveId" clId="{E89F11DF-BF04-4F5F-AC36-C1CC18311009}" dt="2023-12-20T07:24:20.419" v="3379" actId="2696"/>
        <pc:sldMkLst>
          <pc:docMk/>
          <pc:sldMk cId="670818859" sldId="293"/>
        </pc:sldMkLst>
        <pc:spChg chg="mod">
          <ac:chgData name="Wahid Jamadar" userId="dbdb2539ba374391" providerId="LiveId" clId="{E89F11DF-BF04-4F5F-AC36-C1CC18311009}" dt="2023-12-20T05:32:48.410" v="3358" actId="14100"/>
          <ac:spMkLst>
            <pc:docMk/>
            <pc:sldMk cId="670818859" sldId="293"/>
            <ac:spMk id="2" creationId="{701BEB56-E8DE-54EB-FA6E-1DD609E2C07F}"/>
          </ac:spMkLst>
        </pc:spChg>
        <pc:spChg chg="del">
          <ac:chgData name="Wahid Jamadar" userId="dbdb2539ba374391" providerId="LiveId" clId="{E89F11DF-BF04-4F5F-AC36-C1CC18311009}" dt="2023-12-18T08:37:51.374" v="2046" actId="931"/>
          <ac:spMkLst>
            <pc:docMk/>
            <pc:sldMk cId="670818859" sldId="293"/>
            <ac:spMk id="3" creationId="{75692D55-41CC-FC7C-8CDA-C64773238089}"/>
          </ac:spMkLst>
        </pc:spChg>
        <pc:spChg chg="add mod">
          <ac:chgData name="Wahid Jamadar" userId="dbdb2539ba374391" providerId="LiveId" clId="{E89F11DF-BF04-4F5F-AC36-C1CC18311009}" dt="2023-12-20T05:35:17.117" v="3369" actId="21"/>
          <ac:spMkLst>
            <pc:docMk/>
            <pc:sldMk cId="670818859" sldId="293"/>
            <ac:spMk id="4" creationId="{1C51C70E-10FF-19A8-2723-5A496E771742}"/>
          </ac:spMkLst>
        </pc:spChg>
        <pc:spChg chg="add del mod">
          <ac:chgData name="Wahid Jamadar" userId="dbdb2539ba374391" providerId="LiveId" clId="{E89F11DF-BF04-4F5F-AC36-C1CC18311009}" dt="2023-12-18T08:42:14.120" v="2089"/>
          <ac:spMkLst>
            <pc:docMk/>
            <pc:sldMk cId="670818859" sldId="293"/>
            <ac:spMk id="8" creationId="{496F0A80-23FE-8708-11C6-290D6CE37572}"/>
          </ac:spMkLst>
        </pc:spChg>
        <pc:spChg chg="add del mod">
          <ac:chgData name="Wahid Jamadar" userId="dbdb2539ba374391" providerId="LiveId" clId="{E89F11DF-BF04-4F5F-AC36-C1CC18311009}" dt="2023-12-18T08:42:23.242" v="2090" actId="931"/>
          <ac:spMkLst>
            <pc:docMk/>
            <pc:sldMk cId="670818859" sldId="293"/>
            <ac:spMk id="10" creationId="{9D4A44BE-E050-2296-423D-0F5B7C50FFC3}"/>
          </ac:spMkLst>
        </pc:spChg>
        <pc:spChg chg="add del mod">
          <ac:chgData name="Wahid Jamadar" userId="dbdb2539ba374391" providerId="LiveId" clId="{E89F11DF-BF04-4F5F-AC36-C1CC18311009}" dt="2023-12-18T08:49:35.941" v="2095" actId="931"/>
          <ac:spMkLst>
            <pc:docMk/>
            <pc:sldMk cId="670818859" sldId="293"/>
            <ac:spMk id="14" creationId="{82CA22AC-9877-CA41-45D7-7DBCB98A9E9D}"/>
          </ac:spMkLst>
        </pc:spChg>
        <pc:picChg chg="add del mod">
          <ac:chgData name="Wahid Jamadar" userId="dbdb2539ba374391" providerId="LiveId" clId="{E89F11DF-BF04-4F5F-AC36-C1CC18311009}" dt="2023-12-18T08:42:14.103" v="2087" actId="21"/>
          <ac:picMkLst>
            <pc:docMk/>
            <pc:sldMk cId="670818859" sldId="293"/>
            <ac:picMk id="5" creationId="{8EAA1B31-A306-7D07-46EE-134AAAD31B28}"/>
          </ac:picMkLst>
        </pc:picChg>
        <pc:picChg chg="add del">
          <ac:chgData name="Wahid Jamadar" userId="dbdb2539ba374391" providerId="LiveId" clId="{E89F11DF-BF04-4F5F-AC36-C1CC18311009}" dt="2023-12-18T08:40:19.388" v="2085" actId="22"/>
          <ac:picMkLst>
            <pc:docMk/>
            <pc:sldMk cId="670818859" sldId="293"/>
            <ac:picMk id="7" creationId="{FBA73AEE-93B9-64E3-5292-4E544098ADE8}"/>
          </ac:picMkLst>
        </pc:picChg>
        <pc:picChg chg="add del mod">
          <ac:chgData name="Wahid Jamadar" userId="dbdb2539ba374391" providerId="LiveId" clId="{E89F11DF-BF04-4F5F-AC36-C1CC18311009}" dt="2023-12-18T08:42:49.471" v="2094" actId="21"/>
          <ac:picMkLst>
            <pc:docMk/>
            <pc:sldMk cId="670818859" sldId="293"/>
            <ac:picMk id="12" creationId="{9D7B0E03-8DA1-BB9B-B31F-31320CECBB5F}"/>
          </ac:picMkLst>
        </pc:picChg>
        <pc:picChg chg="add del mod">
          <ac:chgData name="Wahid Jamadar" userId="dbdb2539ba374391" providerId="LiveId" clId="{E89F11DF-BF04-4F5F-AC36-C1CC18311009}" dt="2023-12-20T05:35:17.117" v="3369" actId="21"/>
          <ac:picMkLst>
            <pc:docMk/>
            <pc:sldMk cId="670818859" sldId="293"/>
            <ac:picMk id="16" creationId="{9BFF8AC2-60B5-4BF4-F6AD-42F048A4CA9E}"/>
          </ac:picMkLst>
        </pc:picChg>
      </pc:sldChg>
      <pc:sldChg chg="addSp delSp modSp new del mod">
        <pc:chgData name="Wahid Jamadar" userId="dbdb2539ba374391" providerId="LiveId" clId="{E89F11DF-BF04-4F5F-AC36-C1CC18311009}" dt="2023-12-18T10:15:15.626" v="2211" actId="2696"/>
        <pc:sldMkLst>
          <pc:docMk/>
          <pc:sldMk cId="1394606526" sldId="294"/>
        </pc:sldMkLst>
        <pc:spChg chg="mod">
          <ac:chgData name="Wahid Jamadar" userId="dbdb2539ba374391" providerId="LiveId" clId="{E89F11DF-BF04-4F5F-AC36-C1CC18311009}" dt="2023-12-18T10:08:55.590" v="2164" actId="14100"/>
          <ac:spMkLst>
            <pc:docMk/>
            <pc:sldMk cId="1394606526" sldId="294"/>
            <ac:spMk id="2" creationId="{6E9BD41A-98AA-8005-CD0B-CB375157E6BB}"/>
          </ac:spMkLst>
        </pc:spChg>
        <pc:spChg chg="del">
          <ac:chgData name="Wahid Jamadar" userId="dbdb2539ba374391" providerId="LiveId" clId="{E89F11DF-BF04-4F5F-AC36-C1CC18311009}" dt="2023-12-18T10:11:45.415" v="2165" actId="931"/>
          <ac:spMkLst>
            <pc:docMk/>
            <pc:sldMk cId="1394606526" sldId="294"/>
            <ac:spMk id="3" creationId="{2A936F4C-61EF-5BAE-1944-81560A02700F}"/>
          </ac:spMkLst>
        </pc:spChg>
        <pc:picChg chg="add mod">
          <ac:chgData name="Wahid Jamadar" userId="dbdb2539ba374391" providerId="LiveId" clId="{E89F11DF-BF04-4F5F-AC36-C1CC18311009}" dt="2023-12-18T10:12:28.974" v="2170" actId="1076"/>
          <ac:picMkLst>
            <pc:docMk/>
            <pc:sldMk cId="1394606526" sldId="294"/>
            <ac:picMk id="5" creationId="{326E28EE-6B39-42B4-129E-ED9956BB5363}"/>
          </ac:picMkLst>
        </pc:picChg>
      </pc:sldChg>
      <pc:sldChg chg="addSp delSp modSp new mod ord">
        <pc:chgData name="Wahid Jamadar" userId="dbdb2539ba374391" providerId="LiveId" clId="{E89F11DF-BF04-4F5F-AC36-C1CC18311009}" dt="2023-12-20T07:35:10.804" v="3411" actId="14861"/>
        <pc:sldMkLst>
          <pc:docMk/>
          <pc:sldMk cId="1738920426" sldId="295"/>
        </pc:sldMkLst>
        <pc:spChg chg="mod">
          <ac:chgData name="Wahid Jamadar" userId="dbdb2539ba374391" providerId="LiveId" clId="{E89F11DF-BF04-4F5F-AC36-C1CC18311009}" dt="2023-12-18T10:14:27.645" v="2205" actId="14100"/>
          <ac:spMkLst>
            <pc:docMk/>
            <pc:sldMk cId="1738920426" sldId="295"/>
            <ac:spMk id="2" creationId="{CA455FE2-4411-BEF6-E2C2-D365E6E03A24}"/>
          </ac:spMkLst>
        </pc:spChg>
        <pc:spChg chg="del">
          <ac:chgData name="Wahid Jamadar" userId="dbdb2539ba374391" providerId="LiveId" clId="{E89F11DF-BF04-4F5F-AC36-C1CC18311009}" dt="2023-12-18T10:13:51.083" v="2176" actId="931"/>
          <ac:spMkLst>
            <pc:docMk/>
            <pc:sldMk cId="1738920426" sldId="295"/>
            <ac:spMk id="3" creationId="{00D736F9-3104-565C-5117-7D51ADBF1942}"/>
          </ac:spMkLst>
        </pc:spChg>
        <pc:spChg chg="del">
          <ac:chgData name="Wahid Jamadar" userId="dbdb2539ba374391" providerId="LiveId" clId="{E89F11DF-BF04-4F5F-AC36-C1CC18311009}" dt="2023-12-18T10:13:57.768" v="2177" actId="931"/>
          <ac:spMkLst>
            <pc:docMk/>
            <pc:sldMk cId="1738920426" sldId="295"/>
            <ac:spMk id="4" creationId="{E6BD12C6-2830-DD03-9C0F-FACC531F6EFC}"/>
          </ac:spMkLst>
        </pc:spChg>
        <pc:picChg chg="add mod">
          <ac:chgData name="Wahid Jamadar" userId="dbdb2539ba374391" providerId="LiveId" clId="{E89F11DF-BF04-4F5F-AC36-C1CC18311009}" dt="2023-12-20T03:36:19.323" v="2212" actId="14100"/>
          <ac:picMkLst>
            <pc:docMk/>
            <pc:sldMk cId="1738920426" sldId="295"/>
            <ac:picMk id="6" creationId="{B38382B2-CC8F-0767-BDF9-892643C17A2F}"/>
          </ac:picMkLst>
        </pc:picChg>
        <pc:picChg chg="add mod">
          <ac:chgData name="Wahid Jamadar" userId="dbdb2539ba374391" providerId="LiveId" clId="{E89F11DF-BF04-4F5F-AC36-C1CC18311009}" dt="2023-12-20T03:36:24.059" v="2213" actId="14100"/>
          <ac:picMkLst>
            <pc:docMk/>
            <pc:sldMk cId="1738920426" sldId="295"/>
            <ac:picMk id="8" creationId="{BE6B5356-BC1A-288A-82D9-41AAED795CAE}"/>
          </ac:picMkLst>
        </pc:picChg>
        <pc:cxnChg chg="add mod">
          <ac:chgData name="Wahid Jamadar" userId="dbdb2539ba374391" providerId="LiveId" clId="{E89F11DF-BF04-4F5F-AC36-C1CC18311009}" dt="2023-12-20T07:35:10.804" v="3411" actId="14861"/>
          <ac:cxnSpMkLst>
            <pc:docMk/>
            <pc:sldMk cId="1738920426" sldId="295"/>
            <ac:cxnSpMk id="4" creationId="{819FCB28-FFF3-0C12-8C02-F8C1F5B0AD84}"/>
          </ac:cxnSpMkLst>
        </pc:cxnChg>
      </pc:sldChg>
      <pc:sldChg chg="addSp delSp modSp new del mod">
        <pc:chgData name="Wahid Jamadar" userId="dbdb2539ba374391" providerId="LiveId" clId="{E89F11DF-BF04-4F5F-AC36-C1CC18311009}" dt="2023-12-18T10:13:31.182" v="2174" actId="2696"/>
        <pc:sldMkLst>
          <pc:docMk/>
          <pc:sldMk cId="2497245706" sldId="295"/>
        </pc:sldMkLst>
        <pc:spChg chg="add del mod">
          <ac:chgData name="Wahid Jamadar" userId="dbdb2539ba374391" providerId="LiveId" clId="{E89F11DF-BF04-4F5F-AC36-C1CC18311009}" dt="2023-12-18T10:13:23.631" v="2173" actId="21"/>
          <ac:spMkLst>
            <pc:docMk/>
            <pc:sldMk cId="2497245706" sldId="295"/>
            <ac:spMk id="2" creationId="{BCC249B6-6C14-3F5E-0715-7C224B77F1A6}"/>
          </ac:spMkLst>
        </pc:spChg>
      </pc:sldChg>
      <pc:sldChg chg="modSp new mod">
        <pc:chgData name="Wahid Jamadar" userId="dbdb2539ba374391" providerId="LiveId" clId="{E89F11DF-BF04-4F5F-AC36-C1CC18311009}" dt="2023-12-20T04:16:11.908" v="2770" actId="20577"/>
        <pc:sldMkLst>
          <pc:docMk/>
          <pc:sldMk cId="397281971" sldId="296"/>
        </pc:sldMkLst>
        <pc:spChg chg="mod">
          <ac:chgData name="Wahid Jamadar" userId="dbdb2539ba374391" providerId="LiveId" clId="{E89F11DF-BF04-4F5F-AC36-C1CC18311009}" dt="2023-12-20T04:16:11.908" v="2770" actId="20577"/>
          <ac:spMkLst>
            <pc:docMk/>
            <pc:sldMk cId="397281971" sldId="296"/>
            <ac:spMk id="2" creationId="{1B4E369A-EA81-E8D8-CDD1-7ADD442900A2}"/>
          </ac:spMkLst>
        </pc:spChg>
        <pc:spChg chg="mod">
          <ac:chgData name="Wahid Jamadar" userId="dbdb2539ba374391" providerId="LiveId" clId="{E89F11DF-BF04-4F5F-AC36-C1CC18311009}" dt="2023-12-20T04:08:20.891" v="2550" actId="27636"/>
          <ac:spMkLst>
            <pc:docMk/>
            <pc:sldMk cId="397281971" sldId="296"/>
            <ac:spMk id="3" creationId="{9119719D-C013-0AC1-203D-DE23E3ED467F}"/>
          </ac:spMkLst>
        </pc:spChg>
      </pc:sldChg>
      <pc:sldChg chg="modSp new mod">
        <pc:chgData name="Wahid Jamadar" userId="dbdb2539ba374391" providerId="LiveId" clId="{E89F11DF-BF04-4F5F-AC36-C1CC18311009}" dt="2023-12-20T04:16:23.522" v="2784" actId="20577"/>
        <pc:sldMkLst>
          <pc:docMk/>
          <pc:sldMk cId="1572079118" sldId="297"/>
        </pc:sldMkLst>
        <pc:spChg chg="mod">
          <ac:chgData name="Wahid Jamadar" userId="dbdb2539ba374391" providerId="LiveId" clId="{E89F11DF-BF04-4F5F-AC36-C1CC18311009}" dt="2023-12-20T04:16:23.522" v="2784" actId="20577"/>
          <ac:spMkLst>
            <pc:docMk/>
            <pc:sldMk cId="1572079118" sldId="297"/>
            <ac:spMk id="2" creationId="{759CDB55-9A43-AB6B-F4D8-E34ADFD009D1}"/>
          </ac:spMkLst>
        </pc:spChg>
        <pc:spChg chg="mod">
          <ac:chgData name="Wahid Jamadar" userId="dbdb2539ba374391" providerId="LiveId" clId="{E89F11DF-BF04-4F5F-AC36-C1CC18311009}" dt="2023-12-20T04:15:42.695" v="2752" actId="20577"/>
          <ac:spMkLst>
            <pc:docMk/>
            <pc:sldMk cId="1572079118" sldId="297"/>
            <ac:spMk id="3" creationId="{96655DE6-C55A-3898-FC86-D21D2B6AE571}"/>
          </ac:spMkLst>
        </pc:spChg>
      </pc:sldChg>
      <pc:sldChg chg="new del">
        <pc:chgData name="Wahid Jamadar" userId="dbdb2539ba374391" providerId="LiveId" clId="{E89F11DF-BF04-4F5F-AC36-C1CC18311009}" dt="2023-12-20T04:18:32.579" v="2801" actId="47"/>
        <pc:sldMkLst>
          <pc:docMk/>
          <pc:sldMk cId="697932051" sldId="298"/>
        </pc:sldMkLst>
      </pc:sldChg>
      <pc:sldChg chg="modSp new mod">
        <pc:chgData name="Wahid Jamadar" userId="dbdb2539ba374391" providerId="LiveId" clId="{E89F11DF-BF04-4F5F-AC36-C1CC18311009}" dt="2023-12-20T07:54:03.271" v="3597" actId="1076"/>
        <pc:sldMkLst>
          <pc:docMk/>
          <pc:sldMk cId="1615349365" sldId="299"/>
        </pc:sldMkLst>
        <pc:spChg chg="mod">
          <ac:chgData name="Wahid Jamadar" userId="dbdb2539ba374391" providerId="LiveId" clId="{E89F11DF-BF04-4F5F-AC36-C1CC18311009}" dt="2023-12-20T05:22:53.140" v="3318"/>
          <ac:spMkLst>
            <pc:docMk/>
            <pc:sldMk cId="1615349365" sldId="299"/>
            <ac:spMk id="2" creationId="{FE255F18-EA1D-DAA9-6551-62C80AB7683D}"/>
          </ac:spMkLst>
        </pc:spChg>
        <pc:spChg chg="mod">
          <ac:chgData name="Wahid Jamadar" userId="dbdb2539ba374391" providerId="LiveId" clId="{E89F11DF-BF04-4F5F-AC36-C1CC18311009}" dt="2023-12-20T07:54:03.271" v="3597" actId="1076"/>
          <ac:spMkLst>
            <pc:docMk/>
            <pc:sldMk cId="1615349365" sldId="299"/>
            <ac:spMk id="3" creationId="{C6575ABB-6B0B-7E46-E53F-049D272296C4}"/>
          </ac:spMkLst>
        </pc:spChg>
      </pc:sldChg>
      <pc:sldChg chg="modSp new mod">
        <pc:chgData name="Wahid Jamadar" userId="dbdb2539ba374391" providerId="LiveId" clId="{E89F11DF-BF04-4F5F-AC36-C1CC18311009}" dt="2023-12-20T05:15:06.777" v="3058" actId="115"/>
        <pc:sldMkLst>
          <pc:docMk/>
          <pc:sldMk cId="1852958028" sldId="300"/>
        </pc:sldMkLst>
        <pc:spChg chg="mod">
          <ac:chgData name="Wahid Jamadar" userId="dbdb2539ba374391" providerId="LiveId" clId="{E89F11DF-BF04-4F5F-AC36-C1CC18311009}" dt="2023-12-20T05:13:10.571" v="3010"/>
          <ac:spMkLst>
            <pc:docMk/>
            <pc:sldMk cId="1852958028" sldId="300"/>
            <ac:spMk id="2" creationId="{B5B43905-6805-582E-C2A0-6A11DA131BEE}"/>
          </ac:spMkLst>
        </pc:spChg>
        <pc:spChg chg="mod">
          <ac:chgData name="Wahid Jamadar" userId="dbdb2539ba374391" providerId="LiveId" clId="{E89F11DF-BF04-4F5F-AC36-C1CC18311009}" dt="2023-12-20T05:15:06.777" v="3058" actId="115"/>
          <ac:spMkLst>
            <pc:docMk/>
            <pc:sldMk cId="1852958028" sldId="300"/>
            <ac:spMk id="3" creationId="{41103D64-0CE5-EC43-C256-2851CDFF2599}"/>
          </ac:spMkLst>
        </pc:spChg>
      </pc:sldChg>
      <pc:sldChg chg="modSp new mod">
        <pc:chgData name="Wahid Jamadar" userId="dbdb2539ba374391" providerId="LiveId" clId="{E89F11DF-BF04-4F5F-AC36-C1CC18311009}" dt="2023-12-20T05:17:02.556" v="3149" actId="1076"/>
        <pc:sldMkLst>
          <pc:docMk/>
          <pc:sldMk cId="3279757490" sldId="301"/>
        </pc:sldMkLst>
        <pc:spChg chg="mod">
          <ac:chgData name="Wahid Jamadar" userId="dbdb2539ba374391" providerId="LiveId" clId="{E89F11DF-BF04-4F5F-AC36-C1CC18311009}" dt="2023-12-20T05:15:36.042" v="3060"/>
          <ac:spMkLst>
            <pc:docMk/>
            <pc:sldMk cId="3279757490" sldId="301"/>
            <ac:spMk id="2" creationId="{E41112EC-7D51-8E02-B7F4-B303D44B054C}"/>
          </ac:spMkLst>
        </pc:spChg>
        <pc:spChg chg="mod">
          <ac:chgData name="Wahid Jamadar" userId="dbdb2539ba374391" providerId="LiveId" clId="{E89F11DF-BF04-4F5F-AC36-C1CC18311009}" dt="2023-12-20T05:17:02.556" v="3149" actId="1076"/>
          <ac:spMkLst>
            <pc:docMk/>
            <pc:sldMk cId="3279757490" sldId="301"/>
            <ac:spMk id="3" creationId="{71CBB824-48EE-5966-FBC1-C2BE28233F08}"/>
          </ac:spMkLst>
        </pc:spChg>
      </pc:sldChg>
      <pc:sldChg chg="addSp delSp modSp new mod">
        <pc:chgData name="Wahid Jamadar" userId="dbdb2539ba374391" providerId="LiveId" clId="{E89F11DF-BF04-4F5F-AC36-C1CC18311009}" dt="2023-12-20T05:20:47.240" v="3258" actId="27636"/>
        <pc:sldMkLst>
          <pc:docMk/>
          <pc:sldMk cId="370695512" sldId="302"/>
        </pc:sldMkLst>
        <pc:spChg chg="add del mod">
          <ac:chgData name="Wahid Jamadar" userId="dbdb2539ba374391" providerId="LiveId" clId="{E89F11DF-BF04-4F5F-AC36-C1CC18311009}" dt="2023-12-20T05:20:34.734" v="3255"/>
          <ac:spMkLst>
            <pc:docMk/>
            <pc:sldMk cId="370695512" sldId="302"/>
            <ac:spMk id="2" creationId="{C31FD501-A26D-D098-A8A7-299625632FE0}"/>
          </ac:spMkLst>
        </pc:spChg>
        <pc:spChg chg="mod">
          <ac:chgData name="Wahid Jamadar" userId="dbdb2539ba374391" providerId="LiveId" clId="{E89F11DF-BF04-4F5F-AC36-C1CC18311009}" dt="2023-12-20T05:20:47.240" v="3258" actId="27636"/>
          <ac:spMkLst>
            <pc:docMk/>
            <pc:sldMk cId="370695512" sldId="302"/>
            <ac:spMk id="3" creationId="{6D9F39DF-C12C-B4EA-EFED-CFBBCB7882C9}"/>
          </ac:spMkLst>
        </pc:spChg>
      </pc:sldChg>
      <pc:sldChg chg="addSp delSp modSp new mod modClrScheme chgLayout">
        <pc:chgData name="Wahid Jamadar" userId="dbdb2539ba374391" providerId="LiveId" clId="{E89F11DF-BF04-4F5F-AC36-C1CC18311009}" dt="2023-12-20T07:50:34.878" v="3570" actId="27636"/>
        <pc:sldMkLst>
          <pc:docMk/>
          <pc:sldMk cId="2031990960" sldId="303"/>
        </pc:sldMkLst>
        <pc:spChg chg="mod ord">
          <ac:chgData name="Wahid Jamadar" userId="dbdb2539ba374391" providerId="LiveId" clId="{E89F11DF-BF04-4F5F-AC36-C1CC18311009}" dt="2023-12-20T07:49:33.142" v="3562" actId="700"/>
          <ac:spMkLst>
            <pc:docMk/>
            <pc:sldMk cId="2031990960" sldId="303"/>
            <ac:spMk id="2" creationId="{A57F0DA3-014C-68F9-A3B0-29EB539BC880}"/>
          </ac:spMkLst>
        </pc:spChg>
        <pc:spChg chg="del">
          <ac:chgData name="Wahid Jamadar" userId="dbdb2539ba374391" providerId="LiveId" clId="{E89F11DF-BF04-4F5F-AC36-C1CC18311009}" dt="2023-12-20T05:31:41.219" v="3352" actId="931"/>
          <ac:spMkLst>
            <pc:docMk/>
            <pc:sldMk cId="2031990960" sldId="303"/>
            <ac:spMk id="3" creationId="{1BBC1B40-26AE-0599-3EAD-ECFC5C96A852}"/>
          </ac:spMkLst>
        </pc:spChg>
        <pc:spChg chg="add del mod ord">
          <ac:chgData name="Wahid Jamadar" userId="dbdb2539ba374391" providerId="LiveId" clId="{E89F11DF-BF04-4F5F-AC36-C1CC18311009}" dt="2023-12-20T07:49:42.938" v="3563" actId="21"/>
          <ac:spMkLst>
            <pc:docMk/>
            <pc:sldMk cId="2031990960" sldId="303"/>
            <ac:spMk id="3" creationId="{1EF5E7CB-C26D-0F24-3299-BAA13EAD3E86}"/>
          </ac:spMkLst>
        </pc:spChg>
        <pc:spChg chg="add mod ord">
          <ac:chgData name="Wahid Jamadar" userId="dbdb2539ba374391" providerId="LiveId" clId="{E89F11DF-BF04-4F5F-AC36-C1CC18311009}" dt="2023-12-20T07:50:34.878" v="3570" actId="27636"/>
          <ac:spMkLst>
            <pc:docMk/>
            <pc:sldMk cId="2031990960" sldId="303"/>
            <ac:spMk id="4" creationId="{3177BB54-C44D-8FD3-EF8C-87A725B167A8}"/>
          </ac:spMkLst>
        </pc:spChg>
        <pc:picChg chg="add mod ord">
          <ac:chgData name="Wahid Jamadar" userId="dbdb2539ba374391" providerId="LiveId" clId="{E89F11DF-BF04-4F5F-AC36-C1CC18311009}" dt="2023-12-20T07:49:51.083" v="3564" actId="14100"/>
          <ac:picMkLst>
            <pc:docMk/>
            <pc:sldMk cId="2031990960" sldId="303"/>
            <ac:picMk id="5" creationId="{0EE2ED51-EE18-F1C8-EFC7-3B6ED54BD3BF}"/>
          </ac:picMkLst>
        </pc:picChg>
      </pc:sldChg>
      <pc:sldChg chg="addSp delSp modSp new mod modClrScheme chgLayout">
        <pc:chgData name="Wahid Jamadar" userId="dbdb2539ba374391" providerId="LiveId" clId="{E89F11DF-BF04-4F5F-AC36-C1CC18311009}" dt="2023-12-20T08:54:16.518" v="4223" actId="20577"/>
        <pc:sldMkLst>
          <pc:docMk/>
          <pc:sldMk cId="244027488" sldId="304"/>
        </pc:sldMkLst>
        <pc:spChg chg="mod ord">
          <ac:chgData name="Wahid Jamadar" userId="dbdb2539ba374391" providerId="LiveId" clId="{E89F11DF-BF04-4F5F-AC36-C1CC18311009}" dt="2023-12-20T08:54:16.518" v="4223" actId="20577"/>
          <ac:spMkLst>
            <pc:docMk/>
            <pc:sldMk cId="244027488" sldId="304"/>
            <ac:spMk id="2" creationId="{C15A4C39-5EBA-55DC-E6DC-0F123E86B95E}"/>
          </ac:spMkLst>
        </pc:spChg>
        <pc:spChg chg="del mod ord">
          <ac:chgData name="Wahid Jamadar" userId="dbdb2539ba374391" providerId="LiveId" clId="{E89F11DF-BF04-4F5F-AC36-C1CC18311009}" dt="2023-12-20T05:34:20.433" v="3364" actId="700"/>
          <ac:spMkLst>
            <pc:docMk/>
            <pc:sldMk cId="244027488" sldId="304"/>
            <ac:spMk id="3" creationId="{6ABE2389-FEF3-18F4-6F08-69E8FEEAD045}"/>
          </ac:spMkLst>
        </pc:spChg>
        <pc:spChg chg="add del mod ord">
          <ac:chgData name="Wahid Jamadar" userId="dbdb2539ba374391" providerId="LiveId" clId="{E89F11DF-BF04-4F5F-AC36-C1CC18311009}" dt="2023-12-20T07:24:53.876" v="3380" actId="931"/>
          <ac:spMkLst>
            <pc:docMk/>
            <pc:sldMk cId="244027488" sldId="304"/>
            <ac:spMk id="4" creationId="{5D785ED4-9EC7-B7DB-BDE2-57AEE4EB5D53}"/>
          </ac:spMkLst>
        </pc:spChg>
        <pc:spChg chg="add del mod ord">
          <ac:chgData name="Wahid Jamadar" userId="dbdb2539ba374391" providerId="LiveId" clId="{E89F11DF-BF04-4F5F-AC36-C1CC18311009}" dt="2023-12-20T05:35:34.963" v="3374"/>
          <ac:spMkLst>
            <pc:docMk/>
            <pc:sldMk cId="244027488" sldId="304"/>
            <ac:spMk id="5" creationId="{1E9BA96E-8604-96A2-988E-DA2369F4C59D}"/>
          </ac:spMkLst>
        </pc:spChg>
        <pc:spChg chg="add del mod">
          <ac:chgData name="Wahid Jamadar" userId="dbdb2539ba374391" providerId="LiveId" clId="{E89F11DF-BF04-4F5F-AC36-C1CC18311009}" dt="2023-12-20T07:25:08.946" v="3383" actId="931"/>
          <ac:spMkLst>
            <pc:docMk/>
            <pc:sldMk cId="244027488" sldId="304"/>
            <ac:spMk id="10" creationId="{52522040-7504-D944-EDA2-4992CEA140CE}"/>
          </ac:spMkLst>
        </pc:spChg>
        <pc:spChg chg="add del mod">
          <ac:chgData name="Wahid Jamadar" userId="dbdb2539ba374391" providerId="LiveId" clId="{E89F11DF-BF04-4F5F-AC36-C1CC18311009}" dt="2023-12-20T07:51:42.646" v="3572" actId="931"/>
          <ac:spMkLst>
            <pc:docMk/>
            <pc:sldMk cId="244027488" sldId="304"/>
            <ac:spMk id="14" creationId="{B23F24B9-046A-C552-8722-7D62EC5D9402}"/>
          </ac:spMkLst>
        </pc:spChg>
        <pc:spChg chg="add del mod">
          <ac:chgData name="Wahid Jamadar" userId="dbdb2539ba374391" providerId="LiveId" clId="{E89F11DF-BF04-4F5F-AC36-C1CC18311009}" dt="2023-12-20T07:52:13.786" v="3574" actId="931"/>
          <ac:spMkLst>
            <pc:docMk/>
            <pc:sldMk cId="244027488" sldId="304"/>
            <ac:spMk id="18" creationId="{B9474965-5A19-A813-9E39-7A39BF6A2949}"/>
          </ac:spMkLst>
        </pc:spChg>
        <pc:picChg chg="add del mod">
          <ac:chgData name="Wahid Jamadar" userId="dbdb2539ba374391" providerId="LiveId" clId="{E89F11DF-BF04-4F5F-AC36-C1CC18311009}" dt="2023-12-20T07:23:23.443" v="3378" actId="931"/>
          <ac:picMkLst>
            <pc:docMk/>
            <pc:sldMk cId="244027488" sldId="304"/>
            <ac:picMk id="5" creationId="{DA1DDC6E-4AE6-43C2-FADD-E99993E8B0A5}"/>
          </ac:picMkLst>
        </pc:picChg>
        <pc:picChg chg="add del mod">
          <ac:chgData name="Wahid Jamadar" userId="dbdb2539ba374391" providerId="LiveId" clId="{E89F11DF-BF04-4F5F-AC36-C1CC18311009}" dt="2023-12-20T07:25:02.990" v="3382" actId="21"/>
          <ac:picMkLst>
            <pc:docMk/>
            <pc:sldMk cId="244027488" sldId="304"/>
            <ac:picMk id="7" creationId="{12263158-8E72-A10B-B5FA-D275FC3C7501}"/>
          </ac:picMkLst>
        </pc:picChg>
        <pc:picChg chg="add del mod">
          <ac:chgData name="Wahid Jamadar" userId="dbdb2539ba374391" providerId="LiveId" clId="{E89F11DF-BF04-4F5F-AC36-C1CC18311009}" dt="2023-12-20T05:34:40.395" v="3368" actId="931"/>
          <ac:picMkLst>
            <pc:docMk/>
            <pc:sldMk cId="244027488" sldId="304"/>
            <ac:picMk id="7" creationId="{2A8AF6E1-DB16-69BD-79E8-7EE38AF0FB2B}"/>
          </ac:picMkLst>
        </pc:picChg>
        <pc:picChg chg="add del mod">
          <ac:chgData name="Wahid Jamadar" userId="dbdb2539ba374391" providerId="LiveId" clId="{E89F11DF-BF04-4F5F-AC36-C1CC18311009}" dt="2023-12-20T05:35:31.496" v="3373"/>
          <ac:picMkLst>
            <pc:docMk/>
            <pc:sldMk cId="244027488" sldId="304"/>
            <ac:picMk id="8" creationId="{691C67E7-20B6-1796-FD46-794202B6B644}"/>
          </ac:picMkLst>
        </pc:picChg>
        <pc:picChg chg="add del mod">
          <ac:chgData name="Wahid Jamadar" userId="dbdb2539ba374391" providerId="LiveId" clId="{E89F11DF-BF04-4F5F-AC36-C1CC18311009}" dt="2023-12-20T07:51:29.949" v="3571" actId="21"/>
          <ac:picMkLst>
            <pc:docMk/>
            <pc:sldMk cId="244027488" sldId="304"/>
            <ac:picMk id="9" creationId="{7BA16B94-77F3-B879-9A6C-AFB000850B6C}"/>
          </ac:picMkLst>
        </pc:picChg>
        <pc:picChg chg="add mod">
          <ac:chgData name="Wahid Jamadar" userId="dbdb2539ba374391" providerId="LiveId" clId="{E89F11DF-BF04-4F5F-AC36-C1CC18311009}" dt="2023-12-20T07:25:23.288" v="3387" actId="14100"/>
          <ac:picMkLst>
            <pc:docMk/>
            <pc:sldMk cId="244027488" sldId="304"/>
            <ac:picMk id="12" creationId="{E70ECE9B-2B3A-B3FB-40EA-E42772519130}"/>
          </ac:picMkLst>
        </pc:picChg>
        <pc:picChg chg="add del mod">
          <ac:chgData name="Wahid Jamadar" userId="dbdb2539ba374391" providerId="LiveId" clId="{E89F11DF-BF04-4F5F-AC36-C1CC18311009}" dt="2023-12-20T07:51:47.131" v="3573" actId="21"/>
          <ac:picMkLst>
            <pc:docMk/>
            <pc:sldMk cId="244027488" sldId="304"/>
            <ac:picMk id="16" creationId="{B5164492-89A8-D8A7-8BB0-B3B96F2A7DE5}"/>
          </ac:picMkLst>
        </pc:picChg>
        <pc:picChg chg="add mod">
          <ac:chgData name="Wahid Jamadar" userId="dbdb2539ba374391" providerId="LiveId" clId="{E89F11DF-BF04-4F5F-AC36-C1CC18311009}" dt="2023-12-20T07:52:23.033" v="3576" actId="14100"/>
          <ac:picMkLst>
            <pc:docMk/>
            <pc:sldMk cId="244027488" sldId="304"/>
            <ac:picMk id="20" creationId="{0E4232F9-194E-01D8-F3B3-511EABB41EA7}"/>
          </ac:picMkLst>
        </pc:picChg>
      </pc:sldChg>
      <pc:sldChg chg="addSp delSp modSp new mod modClrScheme chgLayout">
        <pc:chgData name="Wahid Jamadar" userId="dbdb2539ba374391" providerId="LiveId" clId="{E89F11DF-BF04-4F5F-AC36-C1CC18311009}" dt="2023-12-20T07:49:20.440" v="3561" actId="14100"/>
        <pc:sldMkLst>
          <pc:docMk/>
          <pc:sldMk cId="1545200755" sldId="305"/>
        </pc:sldMkLst>
        <pc:spChg chg="mod ord">
          <ac:chgData name="Wahid Jamadar" userId="dbdb2539ba374391" providerId="LiveId" clId="{E89F11DF-BF04-4F5F-AC36-C1CC18311009}" dt="2023-12-20T07:48:23.417" v="3551" actId="700"/>
          <ac:spMkLst>
            <pc:docMk/>
            <pc:sldMk cId="1545200755" sldId="305"/>
            <ac:spMk id="2" creationId="{4169FD03-D067-62F2-B589-A99BA388DC9D}"/>
          </ac:spMkLst>
        </pc:spChg>
        <pc:spChg chg="del mod ord">
          <ac:chgData name="Wahid Jamadar" userId="dbdb2539ba374391" providerId="LiveId" clId="{E89F11DF-BF04-4F5F-AC36-C1CC18311009}" dt="2023-12-20T07:48:23.417" v="3551" actId="700"/>
          <ac:spMkLst>
            <pc:docMk/>
            <pc:sldMk cId="1545200755" sldId="305"/>
            <ac:spMk id="3" creationId="{7648BF56-A8D1-855A-AC5C-1B5097FF68A0}"/>
          </ac:spMkLst>
        </pc:spChg>
        <pc:spChg chg="add del mod ord">
          <ac:chgData name="Wahid Jamadar" userId="dbdb2539ba374391" providerId="LiveId" clId="{E89F11DF-BF04-4F5F-AC36-C1CC18311009}" dt="2023-12-20T07:48:37.470" v="3552" actId="931"/>
          <ac:spMkLst>
            <pc:docMk/>
            <pc:sldMk cId="1545200755" sldId="305"/>
            <ac:spMk id="4" creationId="{6D61D137-2134-25FB-33F9-72DA979DBBE6}"/>
          </ac:spMkLst>
        </pc:spChg>
        <pc:spChg chg="add mod ord">
          <ac:chgData name="Wahid Jamadar" userId="dbdb2539ba374391" providerId="LiveId" clId="{E89F11DF-BF04-4F5F-AC36-C1CC18311009}" dt="2023-12-20T07:49:12.655" v="3560" actId="20577"/>
          <ac:spMkLst>
            <pc:docMk/>
            <pc:sldMk cId="1545200755" sldId="305"/>
            <ac:spMk id="5" creationId="{1A2A79BB-D443-E10D-8067-43309E27345A}"/>
          </ac:spMkLst>
        </pc:spChg>
        <pc:picChg chg="add mod">
          <ac:chgData name="Wahid Jamadar" userId="dbdb2539ba374391" providerId="LiveId" clId="{E89F11DF-BF04-4F5F-AC36-C1CC18311009}" dt="2023-12-20T07:49:20.440" v="3561" actId="14100"/>
          <ac:picMkLst>
            <pc:docMk/>
            <pc:sldMk cId="1545200755" sldId="305"/>
            <ac:picMk id="7" creationId="{79D7E816-08A9-70A7-A0F5-AE5C644FAD5B}"/>
          </ac:picMkLst>
        </pc:picChg>
      </pc:sldChg>
      <pc:sldChg chg="addSp delSp modSp new mod modClrScheme chgLayout">
        <pc:chgData name="Wahid Jamadar" userId="dbdb2539ba374391" providerId="LiveId" clId="{E89F11DF-BF04-4F5F-AC36-C1CC18311009}" dt="2023-12-20T08:47:10.949" v="3947" actId="20577"/>
        <pc:sldMkLst>
          <pc:docMk/>
          <pc:sldMk cId="4065035881" sldId="306"/>
        </pc:sldMkLst>
        <pc:spChg chg="mod ord">
          <ac:chgData name="Wahid Jamadar" userId="dbdb2539ba374391" providerId="LiveId" clId="{E89F11DF-BF04-4F5F-AC36-C1CC18311009}" dt="2023-12-20T08:38:36.821" v="3622" actId="1076"/>
          <ac:spMkLst>
            <pc:docMk/>
            <pc:sldMk cId="4065035881" sldId="306"/>
            <ac:spMk id="2" creationId="{8A388193-D3B7-292F-C2AF-BB1DE9E3FD59}"/>
          </ac:spMkLst>
        </pc:spChg>
        <pc:spChg chg="del">
          <ac:chgData name="Wahid Jamadar" userId="dbdb2539ba374391" providerId="LiveId" clId="{E89F11DF-BF04-4F5F-AC36-C1CC18311009}" dt="2023-12-20T08:37:48.752" v="3614" actId="931"/>
          <ac:spMkLst>
            <pc:docMk/>
            <pc:sldMk cId="4065035881" sldId="306"/>
            <ac:spMk id="3" creationId="{CAF2C4A4-5E12-EEA2-9F1B-BCBE42774C70}"/>
          </ac:spMkLst>
        </pc:spChg>
        <pc:spChg chg="del">
          <ac:chgData name="Wahid Jamadar" userId="dbdb2539ba374391" providerId="LiveId" clId="{E89F11DF-BF04-4F5F-AC36-C1CC18311009}" dt="2023-12-20T08:37:48.752" v="3614" actId="931"/>
          <ac:spMkLst>
            <pc:docMk/>
            <pc:sldMk cId="4065035881" sldId="306"/>
            <ac:spMk id="4" creationId="{FD5A47A8-7FF2-7A8B-46BF-6D811F7B4CBA}"/>
          </ac:spMkLst>
        </pc:spChg>
        <pc:spChg chg="add del mod ord">
          <ac:chgData name="Wahid Jamadar" userId="dbdb2539ba374391" providerId="LiveId" clId="{E89F11DF-BF04-4F5F-AC36-C1CC18311009}" dt="2023-12-20T08:39:52.453" v="3633"/>
          <ac:spMkLst>
            <pc:docMk/>
            <pc:sldMk cId="4065035881" sldId="306"/>
            <ac:spMk id="9" creationId="{50EC6AC5-2B71-AD20-7B89-2E3A93457101}"/>
          </ac:spMkLst>
        </pc:spChg>
        <pc:spChg chg="add del mod">
          <ac:chgData name="Wahid Jamadar" userId="dbdb2539ba374391" providerId="LiveId" clId="{E89F11DF-BF04-4F5F-AC36-C1CC18311009}" dt="2023-12-20T08:43:08.001" v="3647" actId="478"/>
          <ac:spMkLst>
            <pc:docMk/>
            <pc:sldMk cId="4065035881" sldId="306"/>
            <ac:spMk id="10" creationId="{35B42157-69A9-B60D-DCB9-6FB334E3E7AE}"/>
          </ac:spMkLst>
        </pc:spChg>
        <pc:spChg chg="add mod">
          <ac:chgData name="Wahid Jamadar" userId="dbdb2539ba374391" providerId="LiveId" clId="{E89F11DF-BF04-4F5F-AC36-C1CC18311009}" dt="2023-12-20T08:42:57.770" v="3645" actId="14100"/>
          <ac:spMkLst>
            <pc:docMk/>
            <pc:sldMk cId="4065035881" sldId="306"/>
            <ac:spMk id="13" creationId="{91EBC57A-DF56-9A7F-0E1C-AD3693EC4CD9}"/>
          </ac:spMkLst>
        </pc:spChg>
        <pc:spChg chg="add del mod">
          <ac:chgData name="Wahid Jamadar" userId="dbdb2539ba374391" providerId="LiveId" clId="{E89F11DF-BF04-4F5F-AC36-C1CC18311009}" dt="2023-12-20T08:45:10.601" v="3795" actId="20577"/>
          <ac:spMkLst>
            <pc:docMk/>
            <pc:sldMk cId="4065035881" sldId="306"/>
            <ac:spMk id="15" creationId="{61882B2C-33AB-E1F4-27EF-AA667638734F}"/>
          </ac:spMkLst>
        </pc:spChg>
        <pc:spChg chg="add del mod">
          <ac:chgData name="Wahid Jamadar" userId="dbdb2539ba374391" providerId="LiveId" clId="{E89F11DF-BF04-4F5F-AC36-C1CC18311009}" dt="2023-12-20T08:45:29.287" v="3817" actId="478"/>
          <ac:spMkLst>
            <pc:docMk/>
            <pc:sldMk cId="4065035881" sldId="306"/>
            <ac:spMk id="16" creationId="{C71A0545-D3C1-C1E8-5FF4-E060691B9480}"/>
          </ac:spMkLst>
        </pc:spChg>
        <pc:spChg chg="add mod">
          <ac:chgData name="Wahid Jamadar" userId="dbdb2539ba374391" providerId="LiveId" clId="{E89F11DF-BF04-4F5F-AC36-C1CC18311009}" dt="2023-12-20T08:47:10.949" v="3947" actId="20577"/>
          <ac:spMkLst>
            <pc:docMk/>
            <pc:sldMk cId="4065035881" sldId="306"/>
            <ac:spMk id="19" creationId="{09EC3304-2F9A-B049-AA59-A464860B2056}"/>
          </ac:spMkLst>
        </pc:spChg>
        <pc:picChg chg="add mod ord">
          <ac:chgData name="Wahid Jamadar" userId="dbdb2539ba374391" providerId="LiveId" clId="{E89F11DF-BF04-4F5F-AC36-C1CC18311009}" dt="2023-12-20T08:38:48.350" v="3624" actId="1076"/>
          <ac:picMkLst>
            <pc:docMk/>
            <pc:sldMk cId="4065035881" sldId="306"/>
            <ac:picMk id="6" creationId="{DCE88EDC-CD1C-CC46-CE33-07817439DBFB}"/>
          </ac:picMkLst>
        </pc:picChg>
        <pc:picChg chg="add mod ord">
          <ac:chgData name="Wahid Jamadar" userId="dbdb2539ba374391" providerId="LiveId" clId="{E89F11DF-BF04-4F5F-AC36-C1CC18311009}" dt="2023-12-20T08:38:57.273" v="3626" actId="14100"/>
          <ac:picMkLst>
            <pc:docMk/>
            <pc:sldMk cId="4065035881" sldId="306"/>
            <ac:picMk id="8" creationId="{F5D02B85-03EE-1F82-543F-8AC96B60AF18}"/>
          </ac:picMkLst>
        </pc:picChg>
        <pc:picChg chg="add del mod">
          <ac:chgData name="Wahid Jamadar" userId="dbdb2539ba374391" providerId="LiveId" clId="{E89F11DF-BF04-4F5F-AC36-C1CC18311009}" dt="2023-12-20T08:41:42.371" v="3641" actId="478"/>
          <ac:picMkLst>
            <pc:docMk/>
            <pc:sldMk cId="4065035881" sldId="306"/>
            <ac:picMk id="11" creationId="{FA07BC73-830B-6963-89E2-33619587F86B}"/>
          </ac:picMkLst>
        </pc:picChg>
        <pc:picChg chg="add del mod">
          <ac:chgData name="Wahid Jamadar" userId="dbdb2539ba374391" providerId="LiveId" clId="{E89F11DF-BF04-4F5F-AC36-C1CC18311009}" dt="2023-12-20T08:43:33.271" v="3653"/>
          <ac:picMkLst>
            <pc:docMk/>
            <pc:sldMk cId="4065035881" sldId="306"/>
            <ac:picMk id="14" creationId="{A56306BF-0738-F18B-FDEF-F1ECFBE0C947}"/>
          </ac:picMkLst>
        </pc:picChg>
        <pc:picChg chg="add mod">
          <ac:chgData name="Wahid Jamadar" userId="dbdb2539ba374391" providerId="LiveId" clId="{E89F11DF-BF04-4F5F-AC36-C1CC18311009}" dt="2023-12-20T08:46:20.587" v="3820" actId="14100"/>
          <ac:picMkLst>
            <pc:docMk/>
            <pc:sldMk cId="4065035881" sldId="306"/>
            <ac:picMk id="18" creationId="{053CBD1D-B8EA-2DCE-3F5A-1E632DAA0E12}"/>
          </ac:picMkLst>
        </pc:picChg>
      </pc:sldChg>
      <pc:sldChg chg="addSp delSp modSp new mod">
        <pc:chgData name="Wahid Jamadar" userId="dbdb2539ba374391" providerId="LiveId" clId="{E89F11DF-BF04-4F5F-AC36-C1CC18311009}" dt="2023-12-20T08:54:39.591" v="4226" actId="1076"/>
        <pc:sldMkLst>
          <pc:docMk/>
          <pc:sldMk cId="2276249175" sldId="307"/>
        </pc:sldMkLst>
        <pc:spChg chg="mod">
          <ac:chgData name="Wahid Jamadar" userId="dbdb2539ba374391" providerId="LiveId" clId="{E89F11DF-BF04-4F5F-AC36-C1CC18311009}" dt="2023-12-20T08:54:39.591" v="4226" actId="1076"/>
          <ac:spMkLst>
            <pc:docMk/>
            <pc:sldMk cId="2276249175" sldId="307"/>
            <ac:spMk id="2" creationId="{0C824254-883D-E672-9C55-8BABD56837D5}"/>
          </ac:spMkLst>
        </pc:spChg>
        <pc:spChg chg="del">
          <ac:chgData name="Wahid Jamadar" userId="dbdb2539ba374391" providerId="LiveId" clId="{E89F11DF-BF04-4F5F-AC36-C1CC18311009}" dt="2023-12-20T08:47:35.719" v="3949" actId="931"/>
          <ac:spMkLst>
            <pc:docMk/>
            <pc:sldMk cId="2276249175" sldId="307"/>
            <ac:spMk id="3" creationId="{858699B1-0AE3-E9B7-9439-BBE290694E41}"/>
          </ac:spMkLst>
        </pc:spChg>
        <pc:spChg chg="add del mod">
          <ac:chgData name="Wahid Jamadar" userId="dbdb2539ba374391" providerId="LiveId" clId="{E89F11DF-BF04-4F5F-AC36-C1CC18311009}" dt="2023-12-20T08:53:54.190" v="4203" actId="20577"/>
          <ac:spMkLst>
            <pc:docMk/>
            <pc:sldMk cId="2276249175" sldId="307"/>
            <ac:spMk id="4" creationId="{2F37CBEE-E9E3-69DF-9C32-DD61529169E8}"/>
          </ac:spMkLst>
        </pc:spChg>
        <pc:spChg chg="add del mod">
          <ac:chgData name="Wahid Jamadar" userId="dbdb2539ba374391" providerId="LiveId" clId="{E89F11DF-BF04-4F5F-AC36-C1CC18311009}" dt="2023-12-20T08:49:35.963" v="3978"/>
          <ac:spMkLst>
            <pc:docMk/>
            <pc:sldMk cId="2276249175" sldId="307"/>
            <ac:spMk id="7" creationId="{7374597D-1BD1-70D9-45C6-4F280888FA11}"/>
          </ac:spMkLst>
        </pc:spChg>
        <pc:spChg chg="add del mod">
          <ac:chgData name="Wahid Jamadar" userId="dbdb2539ba374391" providerId="LiveId" clId="{E89F11DF-BF04-4F5F-AC36-C1CC18311009}" dt="2023-12-20T08:51:37.403" v="4045" actId="478"/>
          <ac:spMkLst>
            <pc:docMk/>
            <pc:sldMk cId="2276249175" sldId="307"/>
            <ac:spMk id="8" creationId="{D4B72E40-D217-8B9E-24C1-C705ABDF6B74}"/>
          </ac:spMkLst>
        </pc:spChg>
        <pc:spChg chg="add mod">
          <ac:chgData name="Wahid Jamadar" userId="dbdb2539ba374391" providerId="LiveId" clId="{E89F11DF-BF04-4F5F-AC36-C1CC18311009}" dt="2023-12-20T08:53:46.045" v="4201" actId="1076"/>
          <ac:spMkLst>
            <pc:docMk/>
            <pc:sldMk cId="2276249175" sldId="307"/>
            <ac:spMk id="11" creationId="{7AB87167-C5EE-EDAE-D0C0-F3594F4F506C}"/>
          </ac:spMkLst>
        </pc:spChg>
        <pc:spChg chg="add del mod">
          <ac:chgData name="Wahid Jamadar" userId="dbdb2539ba374391" providerId="LiveId" clId="{E89F11DF-BF04-4F5F-AC36-C1CC18311009}" dt="2023-12-20T08:54:34.415" v="4225" actId="478"/>
          <ac:spMkLst>
            <pc:docMk/>
            <pc:sldMk cId="2276249175" sldId="307"/>
            <ac:spMk id="12" creationId="{FE8DC372-3ED9-AF5F-F967-2DE558799E97}"/>
          </ac:spMkLst>
        </pc:spChg>
        <pc:picChg chg="add mod">
          <ac:chgData name="Wahid Jamadar" userId="dbdb2539ba374391" providerId="LiveId" clId="{E89F11DF-BF04-4F5F-AC36-C1CC18311009}" dt="2023-12-20T08:50:44.315" v="4025" actId="1076"/>
          <ac:picMkLst>
            <pc:docMk/>
            <pc:sldMk cId="2276249175" sldId="307"/>
            <ac:picMk id="6" creationId="{006337FC-561A-11FF-38E8-8A84A1836BDF}"/>
          </ac:picMkLst>
        </pc:picChg>
        <pc:picChg chg="add mod">
          <ac:chgData name="Wahid Jamadar" userId="dbdb2539ba374391" providerId="LiveId" clId="{E89F11DF-BF04-4F5F-AC36-C1CC18311009}" dt="2023-12-20T08:51:25.999" v="4032" actId="14100"/>
          <ac:picMkLst>
            <pc:docMk/>
            <pc:sldMk cId="2276249175" sldId="307"/>
            <ac:picMk id="10" creationId="{EB3637CE-D5F8-4439-B360-40561716235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12/20/2023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12/20/2023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12/20/2023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12/20/2023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12/20/2023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12/20/2023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12/20/2023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12/20/2023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12/20/2023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12/20/2023</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12/20/2023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12/20/2023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12/20/2023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12/20/2023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12/20/2023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12/20/2023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12/20/2023</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51927" y="-989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b="1" dirty="0">
                <a:latin typeface="Algerian" panose="04020705040A02060702" pitchFamily="82" charset="0"/>
              </a:rPr>
              <a:t>Conquer The World..!</a:t>
            </a:r>
          </a:p>
        </p:txBody>
      </p:sp>
      <p:sp>
        <p:nvSpPr>
          <p:cNvPr id="6" name="Subtitle 5">
            <a:extLst>
              <a:ext uri="{FF2B5EF4-FFF2-40B4-BE49-F238E27FC236}">
                <a16:creationId xmlns:a16="http://schemas.microsoft.com/office/drawing/2014/main" id="{A0173E8D-18EE-802B-C984-0ED5CF594FA9}"/>
              </a:ext>
            </a:extLst>
          </p:cNvPr>
          <p:cNvSpPr>
            <a:spLocks noGrp="1"/>
          </p:cNvSpPr>
          <p:nvPr>
            <p:ph type="subTitle" idx="1"/>
          </p:nvPr>
        </p:nvSpPr>
        <p:spPr>
          <a:xfrm>
            <a:off x="7501811" y="4547885"/>
            <a:ext cx="3256385" cy="636592"/>
          </a:xfrm>
        </p:spPr>
        <p:txBody>
          <a:bodyPr/>
          <a:lstStyle/>
          <a:p>
            <a:r>
              <a:rPr lang="en-IN" dirty="0"/>
              <a:t>.</a:t>
            </a:r>
          </a:p>
          <a:p>
            <a:endParaRPr lang="en-IN" dirty="0"/>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335486" y="93306"/>
            <a:ext cx="2668555" cy="1184988"/>
          </a:xfrm>
        </p:spPr>
        <p:txBody>
          <a:bodyPr anchor="b">
            <a:normAutofit/>
          </a:bodyPr>
          <a:lstStyle/>
          <a:p>
            <a:pPr algn="l"/>
            <a:r>
              <a:rPr lang="en-US" sz="4800" b="1" i="1" dirty="0"/>
              <a:t>INDEX</a:t>
            </a:r>
            <a:r>
              <a:rPr lang="en-US" sz="4000" dirty="0"/>
              <a:t>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7557796" y="1278295"/>
            <a:ext cx="4478693" cy="5253134"/>
          </a:xfrm>
        </p:spPr>
        <p:txBody>
          <a:bodyPr anchor="t">
            <a:normAutofit fontScale="92500" lnSpcReduction="20000"/>
          </a:bodyPr>
          <a:lstStyle/>
          <a:p>
            <a:pPr marL="36900" indent="0">
              <a:buNone/>
            </a:pPr>
            <a:endParaRPr lang="en-US" sz="2400" dirty="0"/>
          </a:p>
          <a:p>
            <a:r>
              <a:rPr lang="en-US" sz="2400" dirty="0"/>
              <a:t>1. Abstract.</a:t>
            </a:r>
          </a:p>
          <a:p>
            <a:r>
              <a:rPr lang="en-US" sz="2400" dirty="0"/>
              <a:t>2. Introduction.</a:t>
            </a:r>
          </a:p>
          <a:p>
            <a:r>
              <a:rPr lang="en-US" sz="2400" dirty="0"/>
              <a:t>3. General Description.</a:t>
            </a:r>
          </a:p>
          <a:p>
            <a:r>
              <a:rPr lang="en-US" sz="2400" dirty="0"/>
              <a:t>4. Specific Requirements.</a:t>
            </a:r>
          </a:p>
          <a:p>
            <a:r>
              <a:rPr lang="en-US" sz="2400" dirty="0"/>
              <a:t>5. Acceptance Area.</a:t>
            </a:r>
          </a:p>
          <a:p>
            <a:r>
              <a:rPr lang="en-US" sz="2400" dirty="0"/>
              <a:t>5. Algorithms used.</a:t>
            </a:r>
          </a:p>
          <a:p>
            <a:r>
              <a:rPr lang="en-US" sz="2400" dirty="0"/>
              <a:t>6. Design.</a:t>
            </a:r>
          </a:p>
          <a:p>
            <a:r>
              <a:rPr lang="en-US" sz="2400" dirty="0"/>
              <a:t>6. Graphical Representation.</a:t>
            </a:r>
          </a:p>
          <a:p>
            <a:r>
              <a:rPr lang="en-US" sz="2400" dirty="0"/>
              <a:t>7. Code snippet.</a:t>
            </a:r>
          </a:p>
          <a:p>
            <a:r>
              <a:rPr lang="en-US" sz="2400" dirty="0"/>
              <a:t>8. Output.</a:t>
            </a:r>
          </a:p>
          <a:p>
            <a:endParaRPr lang="en-US" sz="2400" dirty="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3FAE-993C-B813-8CF2-D39135BE6C78}"/>
              </a:ext>
            </a:extLst>
          </p:cNvPr>
          <p:cNvSpPr>
            <a:spLocks noGrp="1"/>
          </p:cNvSpPr>
          <p:nvPr>
            <p:ph type="title"/>
          </p:nvPr>
        </p:nvSpPr>
        <p:spPr>
          <a:xfrm>
            <a:off x="913796" y="438151"/>
            <a:ext cx="10353762" cy="1257300"/>
          </a:xfrm>
        </p:spPr>
        <p:txBody>
          <a:bodyPr/>
          <a:lstStyle/>
          <a:p>
            <a:r>
              <a:rPr lang="en-IN" sz="6000" b="1" dirty="0">
                <a:solidFill>
                  <a:schemeClr val="tx1"/>
                </a:solidFill>
                <a:latin typeface="Bodoni MT" panose="02070603080606020203" pitchFamily="18" charset="0"/>
              </a:rPr>
              <a:t>ABSTRACT</a:t>
            </a:r>
            <a:endParaRPr lang="en-IN" b="1" dirty="0">
              <a:solidFill>
                <a:schemeClr val="tx1"/>
              </a:solidFill>
              <a:latin typeface="Bodoni MT" panose="02070603080606020203" pitchFamily="18" charset="0"/>
            </a:endParaRPr>
          </a:p>
        </p:txBody>
      </p:sp>
      <p:sp>
        <p:nvSpPr>
          <p:cNvPr id="3" name="Content Placeholder 2">
            <a:extLst>
              <a:ext uri="{FF2B5EF4-FFF2-40B4-BE49-F238E27FC236}">
                <a16:creationId xmlns:a16="http://schemas.microsoft.com/office/drawing/2014/main" id="{CC675B7B-FEB2-1D35-C661-BBA058DDEB53}"/>
              </a:ext>
            </a:extLst>
          </p:cNvPr>
          <p:cNvSpPr>
            <a:spLocks noGrp="1"/>
          </p:cNvSpPr>
          <p:nvPr>
            <p:ph idx="1"/>
          </p:nvPr>
        </p:nvSpPr>
        <p:spPr/>
        <p:txBody>
          <a:bodyPr/>
          <a:lstStyle/>
          <a:p>
            <a:r>
              <a:rPr lang="en-US" u="sng" dirty="0">
                <a:solidFill>
                  <a:schemeClr val="tx1"/>
                </a:solidFill>
              </a:rPr>
              <a:t> Aim of The Code :- </a:t>
            </a:r>
          </a:p>
          <a:p>
            <a:pPr marL="36900" indent="0">
              <a:buNone/>
            </a:pPr>
            <a:r>
              <a:rPr lang="en-US" dirty="0">
                <a:solidFill>
                  <a:schemeClr val="tx1"/>
                </a:solidFill>
              </a:rPr>
              <a:t> The aim is to planning how to move armies from their    current positions to the target nations with the goal of minimizing the cost of transportation</a:t>
            </a:r>
            <a:endParaRPr lang="en-IN" dirty="0">
              <a:solidFill>
                <a:schemeClr val="tx1"/>
              </a:solidFill>
            </a:endParaRPr>
          </a:p>
        </p:txBody>
      </p:sp>
      <p:pic>
        <p:nvPicPr>
          <p:cNvPr id="7" name="Picture 6">
            <a:extLst>
              <a:ext uri="{FF2B5EF4-FFF2-40B4-BE49-F238E27FC236}">
                <a16:creationId xmlns:a16="http://schemas.microsoft.com/office/drawing/2014/main" id="{ADD18C4C-7B75-F5AC-CE7C-CF23E43AAF3A}"/>
              </a:ext>
            </a:extLst>
          </p:cNvPr>
          <p:cNvPicPr>
            <a:picLocks noChangeAspect="1"/>
          </p:cNvPicPr>
          <p:nvPr/>
        </p:nvPicPr>
        <p:blipFill>
          <a:blip r:embed="rId2"/>
          <a:stretch>
            <a:fillRect/>
          </a:stretch>
        </p:blipFill>
        <p:spPr>
          <a:xfrm>
            <a:off x="4249278" y="3933824"/>
            <a:ext cx="4366726" cy="2715988"/>
          </a:xfrm>
          <a:prstGeom prst="rect">
            <a:avLst/>
          </a:prstGeom>
        </p:spPr>
      </p:pic>
    </p:spTree>
    <p:extLst>
      <p:ext uri="{BB962C8B-B14F-4D97-AF65-F5344CB8AC3E}">
        <p14:creationId xmlns:p14="http://schemas.microsoft.com/office/powerpoint/2010/main" val="189182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2FBBB-CAAB-31E6-48E5-68350269F524}"/>
              </a:ext>
            </a:extLst>
          </p:cNvPr>
          <p:cNvSpPr>
            <a:spLocks noGrp="1"/>
          </p:cNvSpPr>
          <p:nvPr>
            <p:ph type="title"/>
          </p:nvPr>
        </p:nvSpPr>
        <p:spPr>
          <a:xfrm>
            <a:off x="913795" y="264160"/>
            <a:ext cx="10353761" cy="1257300"/>
          </a:xfrm>
        </p:spPr>
        <p:txBody>
          <a:bodyPr/>
          <a:lstStyle/>
          <a:p>
            <a:r>
              <a:rPr lang="en-IN" b="1" dirty="0">
                <a:latin typeface="Bodoni MT" panose="02070603080606020203" pitchFamily="18" charset="0"/>
              </a:rPr>
              <a:t>INTRODUCTION</a:t>
            </a:r>
          </a:p>
        </p:txBody>
      </p:sp>
      <p:sp>
        <p:nvSpPr>
          <p:cNvPr id="3" name="Content Placeholder 2">
            <a:extLst>
              <a:ext uri="{FF2B5EF4-FFF2-40B4-BE49-F238E27FC236}">
                <a16:creationId xmlns:a16="http://schemas.microsoft.com/office/drawing/2014/main" id="{B7F20213-F923-60B5-FB44-6F636CE68BC0}"/>
              </a:ext>
            </a:extLst>
          </p:cNvPr>
          <p:cNvSpPr>
            <a:spLocks noGrp="1"/>
          </p:cNvSpPr>
          <p:nvPr>
            <p:ph idx="1"/>
          </p:nvPr>
        </p:nvSpPr>
        <p:spPr/>
        <p:txBody>
          <a:bodyPr/>
          <a:lstStyle/>
          <a:p>
            <a:r>
              <a:rPr lang="en-US" u="sng" dirty="0"/>
              <a:t>PUROPSE</a:t>
            </a:r>
            <a:r>
              <a:rPr lang="en-US" dirty="0"/>
              <a:t> :-</a:t>
            </a:r>
          </a:p>
          <a:p>
            <a:pPr>
              <a:buFont typeface="Wingdings" panose="05000000000000000000" pitchFamily="2" charset="2"/>
              <a:buChar char="Ø"/>
            </a:pPr>
            <a:r>
              <a:rPr lang="en-US" dirty="0"/>
              <a:t>                         The purpose of the code is to developed the system which addresses the logistical challenges faced by a world conquering entity seeking to subjugate nations</a:t>
            </a:r>
          </a:p>
          <a:p>
            <a:pPr>
              <a:buFont typeface="Wingdings" panose="05000000000000000000" pitchFamily="2" charset="2"/>
              <a:buChar char="Ø"/>
            </a:pPr>
            <a:r>
              <a:rPr lang="en-US" dirty="0"/>
              <a:t>                          It considered the fixed transportation costs associated with routes between nations, the current number of armies in each nation and the number of armies needed to meet the final configuration requirements.</a:t>
            </a:r>
            <a:endParaRPr lang="en-IN" dirty="0"/>
          </a:p>
        </p:txBody>
      </p:sp>
    </p:spTree>
    <p:extLst>
      <p:ext uri="{BB962C8B-B14F-4D97-AF65-F5344CB8AC3E}">
        <p14:creationId xmlns:p14="http://schemas.microsoft.com/office/powerpoint/2010/main" val="1170786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6722-A214-A267-E70F-2A44AEFD8CF9}"/>
              </a:ext>
            </a:extLst>
          </p:cNvPr>
          <p:cNvSpPr>
            <a:spLocks noGrp="1"/>
          </p:cNvSpPr>
          <p:nvPr>
            <p:ph type="title"/>
          </p:nvPr>
        </p:nvSpPr>
        <p:spPr>
          <a:xfrm>
            <a:off x="786062" y="426720"/>
            <a:ext cx="10735378" cy="1257300"/>
          </a:xfrm>
        </p:spPr>
        <p:txBody>
          <a:bodyPr>
            <a:normAutofit/>
          </a:bodyPr>
          <a:lstStyle/>
          <a:p>
            <a:r>
              <a:rPr lang="en-IN" sz="4800" b="1" dirty="0">
                <a:latin typeface="Bodoni MT" panose="02070603080606020203" pitchFamily="18" charset="0"/>
              </a:rPr>
              <a:t>GENERAL DESCRIPTION</a:t>
            </a:r>
          </a:p>
        </p:txBody>
      </p:sp>
      <p:sp>
        <p:nvSpPr>
          <p:cNvPr id="3" name="Content Placeholder 2">
            <a:extLst>
              <a:ext uri="{FF2B5EF4-FFF2-40B4-BE49-F238E27FC236}">
                <a16:creationId xmlns:a16="http://schemas.microsoft.com/office/drawing/2014/main" id="{19DA3DFC-52F3-3AB1-A2A9-E73998B7D72D}"/>
              </a:ext>
            </a:extLst>
          </p:cNvPr>
          <p:cNvSpPr>
            <a:spLocks noGrp="1"/>
          </p:cNvSpPr>
          <p:nvPr>
            <p:ph idx="1"/>
          </p:nvPr>
        </p:nvSpPr>
        <p:spPr>
          <a:xfrm>
            <a:off x="450782" y="1964690"/>
            <a:ext cx="11405937" cy="4171950"/>
          </a:xfrm>
        </p:spPr>
        <p:txBody>
          <a:bodyPr/>
          <a:lstStyle/>
          <a:p>
            <a:r>
              <a:rPr lang="en-US" u="sng" dirty="0"/>
              <a:t>Product Function &amp; Overview :-</a:t>
            </a:r>
          </a:p>
          <a:p>
            <a:pPr marL="36900" indent="0">
              <a:buNone/>
            </a:pPr>
            <a:r>
              <a:rPr lang="en-US" dirty="0"/>
              <a:t>➢ 					Participants have a map of the nations of the world and all their available transport routes between them. Each route connects two nations and has a fixed cost per army that uses it. The routes are laid out such that there is exactly one way to travel between any two nations. </a:t>
            </a:r>
          </a:p>
          <a:p>
            <a:pPr marL="36900" indent="0">
              <a:buNone/>
            </a:pPr>
            <a:r>
              <a:rPr lang="en-US" dirty="0"/>
              <a:t>➢ 					Participants know the current position of each of their armies and how many they will need to place permanently in each nation in order to subjugate it. How can they move the armies into place as cheaply as possible to conquer.</a:t>
            </a:r>
            <a:endParaRPr lang="en-IN" dirty="0"/>
          </a:p>
        </p:txBody>
      </p:sp>
    </p:spTree>
    <p:extLst>
      <p:ext uri="{BB962C8B-B14F-4D97-AF65-F5344CB8AC3E}">
        <p14:creationId xmlns:p14="http://schemas.microsoft.com/office/powerpoint/2010/main" val="1279171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8CE1-9230-A342-BAAD-C4C13E6FDC8F}"/>
              </a:ext>
            </a:extLst>
          </p:cNvPr>
          <p:cNvSpPr>
            <a:spLocks noGrp="1"/>
          </p:cNvSpPr>
          <p:nvPr>
            <p:ph type="title"/>
          </p:nvPr>
        </p:nvSpPr>
        <p:spPr>
          <a:xfrm>
            <a:off x="853137" y="216167"/>
            <a:ext cx="10485726" cy="1277353"/>
          </a:xfrm>
        </p:spPr>
        <p:txBody>
          <a:bodyPr>
            <a:normAutofit/>
          </a:bodyPr>
          <a:lstStyle/>
          <a:p>
            <a:r>
              <a:rPr lang="en-IN" sz="4800" b="1" dirty="0">
                <a:latin typeface="Bodoni MT" panose="02070603080606020203" pitchFamily="18" charset="0"/>
              </a:rPr>
              <a:t>SPECIFIC REQUIRMENTS</a:t>
            </a:r>
          </a:p>
        </p:txBody>
      </p:sp>
      <p:sp>
        <p:nvSpPr>
          <p:cNvPr id="3" name="Content Placeholder 2">
            <a:extLst>
              <a:ext uri="{FF2B5EF4-FFF2-40B4-BE49-F238E27FC236}">
                <a16:creationId xmlns:a16="http://schemas.microsoft.com/office/drawing/2014/main" id="{0E464D8B-0B49-FE1C-D727-B695E6F508D9}"/>
              </a:ext>
            </a:extLst>
          </p:cNvPr>
          <p:cNvSpPr>
            <a:spLocks noGrp="1"/>
          </p:cNvSpPr>
          <p:nvPr>
            <p:ph idx="1"/>
          </p:nvPr>
        </p:nvSpPr>
        <p:spPr>
          <a:xfrm>
            <a:off x="456897" y="1493520"/>
            <a:ext cx="11278205" cy="4991100"/>
          </a:xfrm>
        </p:spPr>
        <p:txBody>
          <a:bodyPr/>
          <a:lstStyle/>
          <a:p>
            <a:r>
              <a:rPr lang="en-US" u="sng" dirty="0"/>
              <a:t> Input :-</a:t>
            </a:r>
          </a:p>
          <a:p>
            <a:pPr marL="36900" indent="0">
              <a:buNone/>
            </a:pPr>
            <a:r>
              <a:rPr lang="en-US" dirty="0"/>
              <a:t>➢ The first line of input contains an integer n (1 ≤ n ≤ 2,50,000), the number of nations. This is followed by (n − 1 ) lines, each containing three integers u, v, and c (1 ≤ u, v ≤ n, 1 ≤ c ≤ </a:t>
            </a:r>
            <a:r>
              <a:rPr lang="en-IN" b="0" i="0" dirty="0">
                <a:solidFill>
                  <a:srgbClr val="BDC1C6"/>
                </a:solidFill>
                <a:effectLst/>
                <a:latin typeface="Google Sans"/>
              </a:rPr>
              <a:t>10</a:t>
            </a:r>
            <a:r>
              <a:rPr lang="en-IN" b="0" i="0" baseline="30000" dirty="0">
                <a:solidFill>
                  <a:srgbClr val="BDC1C6"/>
                </a:solidFill>
                <a:effectLst/>
                <a:latin typeface="Google Sans"/>
              </a:rPr>
              <a:t>6</a:t>
            </a:r>
            <a:r>
              <a:rPr lang="en-US" dirty="0"/>
              <a:t>), indicating that there is a bidirectional route connecting nations (u) and (v), which costs (c) per army to use. </a:t>
            </a:r>
          </a:p>
          <a:p>
            <a:pPr marL="36900" indent="0">
              <a:buNone/>
            </a:pPr>
            <a:r>
              <a:rPr lang="en-US" dirty="0"/>
              <a:t>➢ Finally, another (n) lines follow, the ith of which contains two nonnegative integers (xi) and (yi), indicating that there are currently (xi) armies in nation (</a:t>
            </a:r>
            <a:r>
              <a:rPr lang="en-US" dirty="0" err="1"/>
              <a:t>i</a:t>
            </a:r>
            <a:r>
              <a:rPr lang="en-US" dirty="0"/>
              <a:t>), and you need at least (yi) armies to end up in that nation in the final configuration.</a:t>
            </a:r>
          </a:p>
          <a:p>
            <a:pPr marL="36900" indent="0">
              <a:buNone/>
            </a:pPr>
            <a:r>
              <a:rPr lang="en-US" dirty="0"/>
              <a:t> ➢ The total number of armies (the sum of the xi values) is at least the sum of the yi values, and no more than</a:t>
            </a:r>
            <a:r>
              <a:rPr lang="en-IN" b="0" i="0" dirty="0">
                <a:solidFill>
                  <a:srgbClr val="BDC1C6"/>
                </a:solidFill>
                <a:effectLst/>
                <a:latin typeface="Google Sans"/>
              </a:rPr>
              <a:t> 10</a:t>
            </a:r>
            <a:r>
              <a:rPr lang="en-IN" b="0" i="0" baseline="30000" dirty="0">
                <a:solidFill>
                  <a:srgbClr val="BDC1C6"/>
                </a:solidFill>
                <a:effectLst/>
                <a:latin typeface="Google Sans"/>
              </a:rPr>
              <a:t>6</a:t>
            </a:r>
            <a:r>
              <a:rPr lang="en-US" dirty="0"/>
              <a:t>.</a:t>
            </a:r>
            <a:endParaRPr lang="en-IN" dirty="0"/>
          </a:p>
        </p:txBody>
      </p:sp>
    </p:spTree>
    <p:extLst>
      <p:ext uri="{BB962C8B-B14F-4D97-AF65-F5344CB8AC3E}">
        <p14:creationId xmlns:p14="http://schemas.microsoft.com/office/powerpoint/2010/main" val="427673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50A1E0-8052-C5C0-8CCA-F272E4A77DA0}"/>
              </a:ext>
            </a:extLst>
          </p:cNvPr>
          <p:cNvSpPr>
            <a:spLocks noGrp="1"/>
          </p:cNvSpPr>
          <p:nvPr>
            <p:ph idx="1"/>
          </p:nvPr>
        </p:nvSpPr>
        <p:spPr/>
        <p:txBody>
          <a:bodyPr/>
          <a:lstStyle/>
          <a:p>
            <a:r>
              <a:rPr lang="en-US" dirty="0"/>
              <a:t>Before accepting the system, the developer must demonstrate that the system works on the course data for the last 4 semesters. The developer will have to show through test cases that all conditions are satisfied.</a:t>
            </a:r>
          </a:p>
          <a:p>
            <a:r>
              <a:rPr lang="en-US" dirty="0"/>
              <a:t>The software should easy to use, with a user interface that is clear and concise.</a:t>
            </a:r>
          </a:p>
          <a:p>
            <a:r>
              <a:rPr lang="en-US" dirty="0"/>
              <a:t>The software must be secure, with robust authentication and authorization mechanisms to prevent unauthorized access and modifications of the treasure division data.</a:t>
            </a:r>
          </a:p>
          <a:p>
            <a:r>
              <a:rPr lang="en-US" dirty="0"/>
              <a:t>The software must calculate the minimum cost to move armies.</a:t>
            </a:r>
            <a:endParaRPr lang="en-IN" dirty="0"/>
          </a:p>
        </p:txBody>
      </p:sp>
      <p:sp>
        <p:nvSpPr>
          <p:cNvPr id="5" name="Title 4">
            <a:extLst>
              <a:ext uri="{FF2B5EF4-FFF2-40B4-BE49-F238E27FC236}">
                <a16:creationId xmlns:a16="http://schemas.microsoft.com/office/drawing/2014/main" id="{C8E706E2-E7F9-DFC3-5201-CA428C72C527}"/>
              </a:ext>
            </a:extLst>
          </p:cNvPr>
          <p:cNvSpPr>
            <a:spLocks noGrp="1"/>
          </p:cNvSpPr>
          <p:nvPr>
            <p:ph type="title"/>
          </p:nvPr>
        </p:nvSpPr>
        <p:spPr>
          <a:xfrm>
            <a:off x="513045" y="438151"/>
            <a:ext cx="11155261" cy="1257300"/>
          </a:xfrm>
        </p:spPr>
        <p:txBody>
          <a:bodyPr/>
          <a:lstStyle/>
          <a:p>
            <a:r>
              <a:rPr lang="en-IN" b="1" dirty="0">
                <a:latin typeface="Bodoni MT" panose="02070603080606020203" pitchFamily="18" charset="0"/>
              </a:rPr>
              <a:t>ACCEPTANCE</a:t>
            </a:r>
            <a:r>
              <a:rPr lang="en-IN" dirty="0">
                <a:latin typeface="Bodoni MT" panose="02070603080606020203" pitchFamily="18" charset="0"/>
              </a:rPr>
              <a:t> </a:t>
            </a:r>
            <a:r>
              <a:rPr lang="en-IN" b="1" dirty="0">
                <a:latin typeface="Bodoni MT" panose="02070603080606020203" pitchFamily="18" charset="0"/>
              </a:rPr>
              <a:t>AREA</a:t>
            </a:r>
          </a:p>
        </p:txBody>
      </p:sp>
    </p:spTree>
    <p:extLst>
      <p:ext uri="{BB962C8B-B14F-4D97-AF65-F5344CB8AC3E}">
        <p14:creationId xmlns:p14="http://schemas.microsoft.com/office/powerpoint/2010/main" val="2733334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CFE3F-1336-5E5D-B808-AA316C50636B}"/>
              </a:ext>
            </a:extLst>
          </p:cNvPr>
          <p:cNvSpPr>
            <a:spLocks noGrp="1"/>
          </p:cNvSpPr>
          <p:nvPr>
            <p:ph type="title"/>
          </p:nvPr>
        </p:nvSpPr>
        <p:spPr>
          <a:xfrm>
            <a:off x="527715" y="443230"/>
            <a:ext cx="11136569" cy="1257300"/>
          </a:xfrm>
        </p:spPr>
        <p:txBody>
          <a:bodyPr>
            <a:normAutofit/>
          </a:bodyPr>
          <a:lstStyle/>
          <a:p>
            <a:r>
              <a:rPr lang="en-IN" sz="4800" b="1" dirty="0">
                <a:latin typeface="Bodoni MT" panose="02070603080606020203" pitchFamily="18" charset="0"/>
              </a:rPr>
              <a:t>ALGORITHM USED</a:t>
            </a:r>
          </a:p>
        </p:txBody>
      </p:sp>
      <p:sp>
        <p:nvSpPr>
          <p:cNvPr id="3" name="Content Placeholder 2">
            <a:extLst>
              <a:ext uri="{FF2B5EF4-FFF2-40B4-BE49-F238E27FC236}">
                <a16:creationId xmlns:a16="http://schemas.microsoft.com/office/drawing/2014/main" id="{0715136E-1DF4-9D34-7D3B-B9A7D7C20A22}"/>
              </a:ext>
            </a:extLst>
          </p:cNvPr>
          <p:cNvSpPr>
            <a:spLocks noGrp="1"/>
          </p:cNvSpPr>
          <p:nvPr>
            <p:ph idx="1"/>
          </p:nvPr>
        </p:nvSpPr>
        <p:spPr>
          <a:xfrm>
            <a:off x="527715" y="1700530"/>
            <a:ext cx="10353762" cy="4781550"/>
          </a:xfrm>
        </p:spPr>
        <p:txBody>
          <a:bodyPr>
            <a:normAutofit/>
          </a:bodyPr>
          <a:lstStyle/>
          <a:p>
            <a:r>
              <a:rPr lang="en-US" u="sng" dirty="0"/>
              <a:t>Data Structures:-</a:t>
            </a:r>
          </a:p>
          <a:p>
            <a:pPr marL="494100" indent="-457200">
              <a:buFont typeface="+mj-lt"/>
              <a:buAutoNum type="arabicPeriod"/>
            </a:pPr>
            <a:r>
              <a:rPr lang="en-US" dirty="0"/>
              <a:t> struct </a:t>
            </a:r>
            <a:r>
              <a:rPr lang="en-US" dirty="0" err="1"/>
              <a:t>DoubleHeap</a:t>
            </a:r>
            <a:r>
              <a:rPr lang="en-US" dirty="0"/>
              <a:t>: -</a:t>
            </a:r>
          </a:p>
          <a:p>
            <a:pPr marL="36900" indent="0">
              <a:buNone/>
            </a:pPr>
            <a:r>
              <a:rPr lang="en-US" dirty="0"/>
              <a:t>Represents a double heap, which is crucial for managing and optimizing the movement of armies.</a:t>
            </a:r>
          </a:p>
          <a:p>
            <a:pPr marL="36900" indent="0">
              <a:buNone/>
            </a:pPr>
            <a:r>
              <a:rPr lang="en-US" dirty="0"/>
              <a:t>2.	 struct State: -</a:t>
            </a:r>
          </a:p>
          <a:p>
            <a:pPr marL="36900" indent="0">
              <a:buNone/>
            </a:pPr>
            <a:r>
              <a:rPr lang="en-US" dirty="0"/>
              <a:t>Represents the state of a node in the game, including minimum increments, base cost, and a double heap for savings.</a:t>
            </a:r>
          </a:p>
          <a:p>
            <a:pPr marL="36900" indent="0">
              <a:buNone/>
            </a:pPr>
            <a:endParaRPr lang="en-US" dirty="0"/>
          </a:p>
          <a:p>
            <a:pPr marL="36900" indent="0">
              <a:buNone/>
            </a:pPr>
            <a:endParaRPr lang="en-US" dirty="0"/>
          </a:p>
          <a:p>
            <a:pPr marL="36900" indent="0">
              <a:buNone/>
            </a:pPr>
            <a:endParaRPr lang="en-IN" dirty="0"/>
          </a:p>
        </p:txBody>
      </p:sp>
    </p:spTree>
    <p:extLst>
      <p:ext uri="{BB962C8B-B14F-4D97-AF65-F5344CB8AC3E}">
        <p14:creationId xmlns:p14="http://schemas.microsoft.com/office/powerpoint/2010/main" val="172655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369A-EA81-E8D8-CDD1-7ADD442900A2}"/>
              </a:ext>
            </a:extLst>
          </p:cNvPr>
          <p:cNvSpPr>
            <a:spLocks noGrp="1"/>
          </p:cNvSpPr>
          <p:nvPr>
            <p:ph type="title"/>
          </p:nvPr>
        </p:nvSpPr>
        <p:spPr/>
        <p:txBody>
          <a:bodyPr/>
          <a:lstStyle/>
          <a:p>
            <a:r>
              <a:rPr lang="en-IN" sz="4400" b="1" dirty="0">
                <a:latin typeface="Bodoni MT" panose="02070603080606020203" pitchFamily="18" charset="0"/>
              </a:rPr>
              <a:t>ALGORITHM OVERVIEW</a:t>
            </a:r>
            <a:endParaRPr lang="en-IN" dirty="0"/>
          </a:p>
        </p:txBody>
      </p:sp>
      <p:sp>
        <p:nvSpPr>
          <p:cNvPr id="3" name="Content Placeholder 2">
            <a:extLst>
              <a:ext uri="{FF2B5EF4-FFF2-40B4-BE49-F238E27FC236}">
                <a16:creationId xmlns:a16="http://schemas.microsoft.com/office/drawing/2014/main" id="{9119719D-C013-0AC1-203D-DE23E3ED467F}"/>
              </a:ext>
            </a:extLst>
          </p:cNvPr>
          <p:cNvSpPr>
            <a:spLocks noGrp="1"/>
          </p:cNvSpPr>
          <p:nvPr>
            <p:ph idx="1"/>
          </p:nvPr>
        </p:nvSpPr>
        <p:spPr>
          <a:xfrm>
            <a:off x="913795" y="2106930"/>
            <a:ext cx="10353762" cy="4222750"/>
          </a:xfrm>
        </p:spPr>
        <p:txBody>
          <a:bodyPr>
            <a:normAutofit fontScale="92500" lnSpcReduction="10000"/>
          </a:bodyPr>
          <a:lstStyle/>
          <a:p>
            <a:r>
              <a:rPr lang="en-IN" u="sng" dirty="0"/>
              <a:t>User Defined Functions :-</a:t>
            </a:r>
          </a:p>
          <a:p>
            <a:pPr marL="494100" indent="-457200">
              <a:buFont typeface="+mj-lt"/>
              <a:buAutoNum type="arabicPeriod"/>
            </a:pPr>
            <a:r>
              <a:rPr lang="en-US" dirty="0"/>
              <a:t>int size(struct </a:t>
            </a:r>
            <a:r>
              <a:rPr lang="en-US" dirty="0" err="1"/>
              <a:t>DoubleHeap</a:t>
            </a:r>
            <a:r>
              <a:rPr lang="en-US" dirty="0"/>
              <a:t> *heap):                 </a:t>
            </a:r>
          </a:p>
          <a:p>
            <a:pPr marL="36900" indent="0">
              <a:buNone/>
            </a:pPr>
            <a:r>
              <a:rPr lang="en-US" dirty="0"/>
              <a:t>Returns the size of the double heap, summing up sizes of both sets.</a:t>
            </a:r>
          </a:p>
          <a:p>
            <a:pPr marL="36900" indent="0">
              <a:buNone/>
            </a:pPr>
            <a:r>
              <a:rPr lang="en-US" dirty="0"/>
              <a:t>2.	void push(struct </a:t>
            </a:r>
            <a:r>
              <a:rPr lang="en-US" dirty="0" err="1"/>
              <a:t>DoubleHeap</a:t>
            </a:r>
            <a:r>
              <a:rPr lang="en-US" dirty="0"/>
              <a:t> *heap, long </a:t>
            </a:r>
            <a:r>
              <a:rPr lang="en-US" dirty="0" err="1"/>
              <a:t>long</a:t>
            </a:r>
            <a:r>
              <a:rPr lang="en-US" dirty="0"/>
              <a:t> v):-</a:t>
            </a:r>
          </a:p>
          <a:p>
            <a:pPr marL="36900" indent="0">
              <a:buNone/>
            </a:pPr>
            <a:r>
              <a:rPr lang="en-US" dirty="0"/>
              <a:t>Pushes an element into the double heap, maintaining order based on the element's value.</a:t>
            </a:r>
          </a:p>
          <a:p>
            <a:pPr marL="36900" indent="0">
              <a:buNone/>
            </a:pPr>
            <a:r>
              <a:rPr lang="en-US" dirty="0"/>
              <a:t>3.	void pop(struct </a:t>
            </a:r>
            <a:r>
              <a:rPr lang="en-US" dirty="0" err="1"/>
              <a:t>DoubleHeap</a:t>
            </a:r>
            <a:r>
              <a:rPr lang="en-US" dirty="0"/>
              <a:t> *heap):-</a:t>
            </a:r>
          </a:p>
          <a:p>
            <a:pPr marL="36900" indent="0">
              <a:buNone/>
            </a:pPr>
            <a:r>
              <a:rPr lang="en-US" dirty="0"/>
              <a:t>Pops an element from either set of the double heap.</a:t>
            </a:r>
          </a:p>
          <a:p>
            <a:pPr marL="36900" indent="0">
              <a:buNone/>
            </a:pPr>
            <a:r>
              <a:rPr lang="en-US" dirty="0"/>
              <a:t>4.	long </a:t>
            </a:r>
            <a:r>
              <a:rPr lang="en-US" dirty="0" err="1"/>
              <a:t>long</a:t>
            </a:r>
            <a:r>
              <a:rPr lang="en-US" dirty="0"/>
              <a:t> top(struct </a:t>
            </a:r>
            <a:r>
              <a:rPr lang="en-US" dirty="0" err="1"/>
              <a:t>DoubleHeap</a:t>
            </a:r>
            <a:r>
              <a:rPr lang="en-US" dirty="0"/>
              <a:t> *heap):</a:t>
            </a:r>
          </a:p>
          <a:p>
            <a:pPr marL="36900" indent="0">
              <a:buNone/>
            </a:pPr>
            <a:r>
              <a:rPr lang="en-US" dirty="0"/>
              <a:t>Returns the top element of the double heap, considering both sets. </a:t>
            </a:r>
          </a:p>
          <a:p>
            <a:pPr marL="36900" indent="0">
              <a:buNone/>
            </a:pPr>
            <a:endParaRPr lang="en-US" dirty="0"/>
          </a:p>
          <a:p>
            <a:pPr marL="36900" indent="0">
              <a:buNone/>
            </a:pPr>
            <a:endParaRPr lang="en-US" dirty="0"/>
          </a:p>
          <a:p>
            <a:pPr marL="494100" indent="-457200">
              <a:buFont typeface="+mj-lt"/>
              <a:buAutoNum type="arabicPeriod"/>
            </a:pPr>
            <a:endParaRPr lang="en-IN" dirty="0"/>
          </a:p>
        </p:txBody>
      </p:sp>
    </p:spTree>
    <p:extLst>
      <p:ext uri="{BB962C8B-B14F-4D97-AF65-F5344CB8AC3E}">
        <p14:creationId xmlns:p14="http://schemas.microsoft.com/office/powerpoint/2010/main" val="397281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CDB55-9A43-AB6B-F4D8-E34ADFD009D1}"/>
              </a:ext>
            </a:extLst>
          </p:cNvPr>
          <p:cNvSpPr>
            <a:spLocks noGrp="1"/>
          </p:cNvSpPr>
          <p:nvPr>
            <p:ph type="title"/>
          </p:nvPr>
        </p:nvSpPr>
        <p:spPr/>
        <p:txBody>
          <a:bodyPr/>
          <a:lstStyle/>
          <a:p>
            <a:r>
              <a:rPr lang="en-IN" sz="4800" b="1" dirty="0">
                <a:latin typeface="Bodoni MT" panose="02070603080606020203" pitchFamily="18" charset="0"/>
              </a:rPr>
              <a:t>ALGORITHM OVERVIEW</a:t>
            </a:r>
            <a:endParaRPr lang="en-IN" dirty="0"/>
          </a:p>
        </p:txBody>
      </p:sp>
      <p:sp>
        <p:nvSpPr>
          <p:cNvPr id="3" name="Content Placeholder 2">
            <a:extLst>
              <a:ext uri="{FF2B5EF4-FFF2-40B4-BE49-F238E27FC236}">
                <a16:creationId xmlns:a16="http://schemas.microsoft.com/office/drawing/2014/main" id="{96655DE6-C55A-3898-FC86-D21D2B6AE571}"/>
              </a:ext>
            </a:extLst>
          </p:cNvPr>
          <p:cNvSpPr>
            <a:spLocks noGrp="1"/>
          </p:cNvSpPr>
          <p:nvPr>
            <p:ph idx="1"/>
          </p:nvPr>
        </p:nvSpPr>
        <p:spPr>
          <a:xfrm>
            <a:off x="913795" y="2076450"/>
            <a:ext cx="10353761" cy="4507230"/>
          </a:xfrm>
        </p:spPr>
        <p:txBody>
          <a:bodyPr>
            <a:normAutofit fontScale="92500" lnSpcReduction="10000"/>
          </a:bodyPr>
          <a:lstStyle/>
          <a:p>
            <a:r>
              <a:rPr lang="en-IN" u="sng" dirty="0"/>
              <a:t>User Defined Functions :-</a:t>
            </a:r>
          </a:p>
          <a:p>
            <a:pPr marL="36900" indent="0">
              <a:buNone/>
            </a:pPr>
            <a:r>
              <a:rPr lang="en-US" dirty="0"/>
              <a:t>5.	void </a:t>
            </a:r>
            <a:r>
              <a:rPr lang="en-US" dirty="0" err="1"/>
              <a:t>pruneNeg</a:t>
            </a:r>
            <a:r>
              <a:rPr lang="en-US" dirty="0"/>
              <a:t>(struct </a:t>
            </a:r>
            <a:r>
              <a:rPr lang="en-US" dirty="0" err="1"/>
              <a:t>DoubleHeap</a:t>
            </a:r>
            <a:r>
              <a:rPr lang="en-US" dirty="0"/>
              <a:t> *heap):-</a:t>
            </a:r>
          </a:p>
          <a:p>
            <a:pPr marL="36900" indent="0">
              <a:buNone/>
            </a:pPr>
            <a:r>
              <a:rPr lang="en-US" dirty="0"/>
              <a:t>Removes negative elements from both sets of the double heap.</a:t>
            </a:r>
          </a:p>
          <a:p>
            <a:pPr marL="36900" indent="0">
              <a:buNone/>
            </a:pPr>
            <a:r>
              <a:rPr lang="en-US" dirty="0"/>
              <a:t>6.	struct State doit(int </a:t>
            </a:r>
            <a:r>
              <a:rPr lang="en-US" dirty="0" err="1"/>
              <a:t>nd</a:t>
            </a:r>
            <a:r>
              <a:rPr lang="en-US" dirty="0"/>
              <a:t>, int </a:t>
            </a:r>
            <a:r>
              <a:rPr lang="en-US" dirty="0" err="1"/>
              <a:t>prev</a:t>
            </a:r>
            <a:r>
              <a:rPr lang="en-US" dirty="0"/>
              <a:t>, int N):-</a:t>
            </a:r>
          </a:p>
          <a:p>
            <a:pPr marL="36900" indent="0">
              <a:buNone/>
            </a:pPr>
            <a:r>
              <a:rPr lang="en-US" dirty="0"/>
              <a:t>A recursive function that calculates the state of a node. Utilizes the double heap for optimizing cost calculations during the recursive </a:t>
            </a:r>
            <a:r>
              <a:rPr lang="en-US" dirty="0" err="1"/>
              <a:t>process.Handles</a:t>
            </a:r>
            <a:r>
              <a:rPr lang="en-US" dirty="0"/>
              <a:t> minimum increments, base costs, and savings adjustments.</a:t>
            </a:r>
          </a:p>
          <a:p>
            <a:pPr marL="36900" indent="0">
              <a:buNone/>
            </a:pPr>
            <a:r>
              <a:rPr lang="en-US" dirty="0"/>
              <a:t>7.	main ():-</a:t>
            </a:r>
          </a:p>
          <a:p>
            <a:pPr marL="36900" indent="0">
              <a:buNone/>
            </a:pPr>
            <a:r>
              <a:rPr lang="en-US" dirty="0"/>
              <a:t> Reading Input and Reads the number of nations (nodes) and information about routes, costs, and current/required armies. Initializes arrays (e, </a:t>
            </a:r>
            <a:r>
              <a:rPr lang="en-US" dirty="0" err="1"/>
              <a:t>ec</a:t>
            </a:r>
            <a:r>
              <a:rPr lang="en-US" dirty="0"/>
              <a:t>, X, Y) with appropriate values.</a:t>
            </a:r>
            <a:endParaRPr lang="en-IN" dirty="0"/>
          </a:p>
          <a:p>
            <a:pPr marL="36900" indent="0">
              <a:buNone/>
            </a:pPr>
            <a:endParaRPr lang="en-US" dirty="0"/>
          </a:p>
          <a:p>
            <a:pPr marL="36900" indent="0">
              <a:buNone/>
            </a:pPr>
            <a:endParaRPr lang="en-US" dirty="0"/>
          </a:p>
        </p:txBody>
      </p:sp>
    </p:spTree>
    <p:extLst>
      <p:ext uri="{BB962C8B-B14F-4D97-AF65-F5344CB8AC3E}">
        <p14:creationId xmlns:p14="http://schemas.microsoft.com/office/powerpoint/2010/main" val="1572079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43905-6805-582E-C2A0-6A11DA131BEE}"/>
              </a:ext>
            </a:extLst>
          </p:cNvPr>
          <p:cNvSpPr>
            <a:spLocks noGrp="1"/>
          </p:cNvSpPr>
          <p:nvPr>
            <p:ph type="title"/>
          </p:nvPr>
        </p:nvSpPr>
        <p:spPr/>
        <p:txBody>
          <a:bodyPr/>
          <a:lstStyle/>
          <a:p>
            <a:r>
              <a:rPr lang="en-IN" sz="4400" b="1" dirty="0">
                <a:latin typeface="Bodoni MT" panose="02070603080606020203" pitchFamily="18" charset="0"/>
              </a:rPr>
              <a:t>ALGORITHM USED</a:t>
            </a:r>
            <a:endParaRPr lang="en-IN" dirty="0"/>
          </a:p>
        </p:txBody>
      </p:sp>
      <p:sp>
        <p:nvSpPr>
          <p:cNvPr id="3" name="Content Placeholder 2">
            <a:extLst>
              <a:ext uri="{FF2B5EF4-FFF2-40B4-BE49-F238E27FC236}">
                <a16:creationId xmlns:a16="http://schemas.microsoft.com/office/drawing/2014/main" id="{41103D64-0CE5-EC43-C256-2851CDFF2599}"/>
              </a:ext>
            </a:extLst>
          </p:cNvPr>
          <p:cNvSpPr>
            <a:spLocks noGrp="1"/>
          </p:cNvSpPr>
          <p:nvPr>
            <p:ph idx="1"/>
          </p:nvPr>
        </p:nvSpPr>
        <p:spPr/>
        <p:txBody>
          <a:bodyPr>
            <a:normAutofit lnSpcReduction="10000"/>
          </a:bodyPr>
          <a:lstStyle/>
          <a:p>
            <a:r>
              <a:rPr lang="en-IN" u="sng" dirty="0"/>
              <a:t>Depth-First Search (DFS):</a:t>
            </a:r>
          </a:p>
          <a:p>
            <a:pPr marL="494100" indent="-457200">
              <a:buFont typeface="+mj-lt"/>
              <a:buAutoNum type="arabicPeriod"/>
            </a:pPr>
            <a:r>
              <a:rPr lang="en-IN" dirty="0"/>
              <a:t>Purpose:</a:t>
            </a:r>
          </a:p>
          <a:p>
            <a:pPr marL="36900" indent="0">
              <a:buNone/>
            </a:pPr>
            <a:r>
              <a:rPr lang="en-IN" dirty="0"/>
              <a:t>              DFS is used for traversing the tree of nations (nodes) in a depth-first manner.</a:t>
            </a:r>
          </a:p>
          <a:p>
            <a:pPr marL="36900" indent="0">
              <a:buNone/>
            </a:pPr>
            <a:r>
              <a:rPr lang="en-IN" dirty="0"/>
              <a:t>2.	Working:</a:t>
            </a:r>
          </a:p>
          <a:p>
            <a:pPr marL="36900" indent="0">
              <a:buNone/>
            </a:pPr>
            <a:r>
              <a:rPr lang="en-IN" dirty="0"/>
              <a:t>		 The algorithm starts at the root node and explores as far as possible along each branch before backtracking.</a:t>
            </a:r>
          </a:p>
          <a:p>
            <a:pPr marL="36900" indent="0">
              <a:buNone/>
            </a:pPr>
            <a:r>
              <a:rPr lang="en-IN" dirty="0"/>
              <a:t>		In the context of the program, DFS is used to recursively traverse the tree of nations, calculating the state of each node.</a:t>
            </a:r>
          </a:p>
          <a:p>
            <a:pPr marL="494100" indent="-457200">
              <a:buFont typeface="+mj-lt"/>
              <a:buAutoNum type="arabicPeriod"/>
            </a:pPr>
            <a:endParaRPr lang="en-IN" dirty="0"/>
          </a:p>
        </p:txBody>
      </p:sp>
    </p:spTree>
    <p:extLst>
      <p:ext uri="{BB962C8B-B14F-4D97-AF65-F5344CB8AC3E}">
        <p14:creationId xmlns:p14="http://schemas.microsoft.com/office/powerpoint/2010/main" val="1852958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112EC-7D51-8E02-B7F4-B303D44B054C}"/>
              </a:ext>
            </a:extLst>
          </p:cNvPr>
          <p:cNvSpPr>
            <a:spLocks noGrp="1"/>
          </p:cNvSpPr>
          <p:nvPr>
            <p:ph type="title"/>
          </p:nvPr>
        </p:nvSpPr>
        <p:spPr/>
        <p:txBody>
          <a:bodyPr/>
          <a:lstStyle/>
          <a:p>
            <a:r>
              <a:rPr lang="en-IN" sz="4800" b="1" dirty="0">
                <a:latin typeface="Bodoni MT" panose="02070603080606020203" pitchFamily="18" charset="0"/>
              </a:rPr>
              <a:t>ALGORITHM USED</a:t>
            </a:r>
            <a:endParaRPr lang="en-IN" dirty="0"/>
          </a:p>
        </p:txBody>
      </p:sp>
      <p:sp>
        <p:nvSpPr>
          <p:cNvPr id="3" name="Content Placeholder 2">
            <a:extLst>
              <a:ext uri="{FF2B5EF4-FFF2-40B4-BE49-F238E27FC236}">
                <a16:creationId xmlns:a16="http://schemas.microsoft.com/office/drawing/2014/main" id="{71CBB824-48EE-5966-FBC1-C2BE28233F08}"/>
              </a:ext>
            </a:extLst>
          </p:cNvPr>
          <p:cNvSpPr>
            <a:spLocks noGrp="1"/>
          </p:cNvSpPr>
          <p:nvPr>
            <p:ph idx="1"/>
          </p:nvPr>
        </p:nvSpPr>
        <p:spPr>
          <a:xfrm>
            <a:off x="817333" y="1866900"/>
            <a:ext cx="10546685" cy="4547870"/>
          </a:xfrm>
        </p:spPr>
        <p:txBody>
          <a:bodyPr>
            <a:normAutofit/>
          </a:bodyPr>
          <a:lstStyle/>
          <a:p>
            <a:r>
              <a:rPr lang="en-IN" u="sng" dirty="0"/>
              <a:t>Dynamic Programming (Greedy Approach):</a:t>
            </a:r>
          </a:p>
          <a:p>
            <a:pPr marL="494100" indent="-457200">
              <a:buAutoNum type="arabicPeriod"/>
            </a:pPr>
            <a:r>
              <a:rPr lang="en-IN" dirty="0"/>
              <a:t>Purpose:</a:t>
            </a:r>
          </a:p>
          <a:p>
            <a:pPr marL="36900" indent="0">
              <a:buNone/>
            </a:pPr>
            <a:r>
              <a:rPr lang="en-IN" dirty="0"/>
              <a:t>The program employs dynamic programming principles, focusing on optimizing cost calculations during the recursive traversal.</a:t>
            </a:r>
            <a:r>
              <a:rPr lang="en-US" dirty="0"/>
              <a:t> </a:t>
            </a:r>
          </a:p>
          <a:p>
            <a:pPr marL="494100" indent="-457200">
              <a:buAutoNum type="arabicPeriod" startAt="2"/>
            </a:pPr>
            <a:r>
              <a:rPr lang="en-US" dirty="0"/>
              <a:t>Working:       </a:t>
            </a:r>
          </a:p>
          <a:p>
            <a:pPr marL="36900" indent="0">
              <a:buNone/>
            </a:pPr>
            <a:r>
              <a:rPr lang="en-US" dirty="0"/>
              <a:t>The dynamic programming aspect involves calculating the state of each node and maintaining a double heap for efficient cost management.</a:t>
            </a:r>
          </a:p>
          <a:p>
            <a:pPr marL="36900" indent="0">
              <a:buNone/>
            </a:pPr>
            <a:r>
              <a:rPr lang="en-US" dirty="0"/>
              <a:t>The algorithm makes decisions at each step to minimize the overall cost of moving armies between nations.</a:t>
            </a:r>
          </a:p>
          <a:p>
            <a:endParaRPr lang="en-IN" dirty="0"/>
          </a:p>
        </p:txBody>
      </p:sp>
    </p:spTree>
    <p:extLst>
      <p:ext uri="{BB962C8B-B14F-4D97-AF65-F5344CB8AC3E}">
        <p14:creationId xmlns:p14="http://schemas.microsoft.com/office/powerpoint/2010/main" val="3279757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FD501-A26D-D098-A8A7-299625632FE0}"/>
              </a:ext>
            </a:extLst>
          </p:cNvPr>
          <p:cNvSpPr>
            <a:spLocks noGrp="1"/>
          </p:cNvSpPr>
          <p:nvPr>
            <p:ph type="title"/>
          </p:nvPr>
        </p:nvSpPr>
        <p:spPr/>
        <p:txBody>
          <a:bodyPr/>
          <a:lstStyle/>
          <a:p>
            <a:r>
              <a:rPr lang="en-IN" sz="4400" b="1" dirty="0">
                <a:latin typeface="Bodoni MT" panose="02070603080606020203" pitchFamily="18" charset="0"/>
              </a:rPr>
              <a:t>ALGORITHM USED</a:t>
            </a:r>
            <a:endParaRPr lang="en-IN" dirty="0"/>
          </a:p>
        </p:txBody>
      </p:sp>
      <p:sp>
        <p:nvSpPr>
          <p:cNvPr id="3" name="Content Placeholder 2">
            <a:extLst>
              <a:ext uri="{FF2B5EF4-FFF2-40B4-BE49-F238E27FC236}">
                <a16:creationId xmlns:a16="http://schemas.microsoft.com/office/drawing/2014/main" id="{6D9F39DF-C12C-B4EA-EFED-CFBBCB7882C9}"/>
              </a:ext>
            </a:extLst>
          </p:cNvPr>
          <p:cNvSpPr>
            <a:spLocks noGrp="1"/>
          </p:cNvSpPr>
          <p:nvPr>
            <p:ph idx="1"/>
          </p:nvPr>
        </p:nvSpPr>
        <p:spPr>
          <a:xfrm>
            <a:off x="913794" y="2076450"/>
            <a:ext cx="10678765" cy="4171950"/>
          </a:xfrm>
        </p:spPr>
        <p:txBody>
          <a:bodyPr>
            <a:normAutofit lnSpcReduction="10000"/>
          </a:bodyPr>
          <a:lstStyle/>
          <a:p>
            <a:r>
              <a:rPr lang="en-US" u="sng" dirty="0"/>
              <a:t>Greedy Approach:</a:t>
            </a:r>
          </a:p>
          <a:p>
            <a:pPr marL="494100" indent="-457200">
              <a:buAutoNum type="arabicPeriod"/>
            </a:pPr>
            <a:r>
              <a:rPr lang="en-US" dirty="0"/>
              <a:t>Purpose:    </a:t>
            </a:r>
          </a:p>
          <a:p>
            <a:pPr marL="36900" indent="0">
              <a:buNone/>
            </a:pPr>
            <a:r>
              <a:rPr lang="en-US" dirty="0"/>
              <a:t>Greedy algorithms make locally optimal choices at each stage with the hope of finding a global optimum.</a:t>
            </a:r>
          </a:p>
          <a:p>
            <a:pPr marL="36900" indent="0">
              <a:buNone/>
            </a:pPr>
            <a:r>
              <a:rPr lang="en-IN" dirty="0"/>
              <a:t>2.    Working:</a:t>
            </a:r>
          </a:p>
          <a:p>
            <a:pPr marL="36900" indent="0">
              <a:buNone/>
            </a:pPr>
            <a:r>
              <a:rPr lang="en-IN" dirty="0"/>
              <a:t>The program makes greedy decisions during the DFS traversal, adjusting the state of the double heap to minimize the cost of moving armies.</a:t>
            </a:r>
          </a:p>
          <a:p>
            <a:pPr marL="36900" indent="0">
              <a:buNone/>
            </a:pPr>
            <a:r>
              <a:rPr lang="en-IN" dirty="0"/>
              <a:t>Greedy choices are made based on local information at each node to achieve a cost-effective overall solution.</a:t>
            </a:r>
          </a:p>
          <a:p>
            <a:pPr marL="36900" indent="0">
              <a:buNone/>
            </a:pPr>
            <a:endParaRPr lang="en-IN" dirty="0"/>
          </a:p>
        </p:txBody>
      </p:sp>
    </p:spTree>
    <p:extLst>
      <p:ext uri="{BB962C8B-B14F-4D97-AF65-F5344CB8AC3E}">
        <p14:creationId xmlns:p14="http://schemas.microsoft.com/office/powerpoint/2010/main" val="370695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55F18-EA1D-DAA9-6551-62C80AB7683D}"/>
              </a:ext>
            </a:extLst>
          </p:cNvPr>
          <p:cNvSpPr>
            <a:spLocks noGrp="1"/>
          </p:cNvSpPr>
          <p:nvPr>
            <p:ph type="title"/>
          </p:nvPr>
        </p:nvSpPr>
        <p:spPr/>
        <p:txBody>
          <a:bodyPr/>
          <a:lstStyle/>
          <a:p>
            <a:r>
              <a:rPr lang="en-IN" sz="4800" b="1" dirty="0">
                <a:latin typeface="Bodoni MT" panose="02070603080606020203" pitchFamily="18" charset="0"/>
              </a:rPr>
              <a:t>ALGORITHM USED</a:t>
            </a:r>
            <a:endParaRPr lang="en-IN" dirty="0"/>
          </a:p>
        </p:txBody>
      </p:sp>
      <p:sp>
        <p:nvSpPr>
          <p:cNvPr id="3" name="Content Placeholder 2">
            <a:extLst>
              <a:ext uri="{FF2B5EF4-FFF2-40B4-BE49-F238E27FC236}">
                <a16:creationId xmlns:a16="http://schemas.microsoft.com/office/drawing/2014/main" id="{C6575ABB-6B0B-7E46-E53F-049D272296C4}"/>
              </a:ext>
            </a:extLst>
          </p:cNvPr>
          <p:cNvSpPr>
            <a:spLocks noGrp="1"/>
          </p:cNvSpPr>
          <p:nvPr>
            <p:ph idx="1"/>
          </p:nvPr>
        </p:nvSpPr>
        <p:spPr>
          <a:xfrm>
            <a:off x="913795" y="1866900"/>
            <a:ext cx="10786793" cy="4415790"/>
          </a:xfrm>
        </p:spPr>
        <p:txBody>
          <a:bodyPr>
            <a:normAutofit fontScale="92500"/>
          </a:bodyPr>
          <a:lstStyle/>
          <a:p>
            <a:r>
              <a:rPr lang="en-IN" u="sng" dirty="0"/>
              <a:t>Double Heap Operations:</a:t>
            </a:r>
          </a:p>
          <a:p>
            <a:pPr marL="36900" indent="0">
              <a:buNone/>
            </a:pPr>
            <a:r>
              <a:rPr lang="en-IN" dirty="0"/>
              <a:t>1.	Purpose:              </a:t>
            </a:r>
          </a:p>
          <a:p>
            <a:pPr marL="36900" indent="0">
              <a:buNone/>
            </a:pPr>
            <a:r>
              <a:rPr lang="en-IN" dirty="0"/>
              <a:t> The double heap is a key data structure used for optimizing cost calculations during the traversal.</a:t>
            </a:r>
          </a:p>
          <a:p>
            <a:pPr marL="36900" indent="0">
              <a:buNone/>
            </a:pPr>
            <a:r>
              <a:rPr lang="en-IN" dirty="0"/>
              <a:t>2.	Working:</a:t>
            </a:r>
          </a:p>
          <a:p>
            <a:pPr marL="36900" indent="0">
              <a:buNone/>
            </a:pPr>
            <a:r>
              <a:rPr lang="en-IN" dirty="0"/>
              <a:t>                   Push: Adds elements to the double heap, considering the order based on element values.</a:t>
            </a:r>
          </a:p>
          <a:p>
            <a:pPr marL="36900" indent="0">
              <a:buNone/>
            </a:pPr>
            <a:r>
              <a:rPr lang="en-IN" dirty="0"/>
              <a:t>                   Pop: Removes elements from the double heap, managing the sizes of both sets.</a:t>
            </a:r>
          </a:p>
          <a:p>
            <a:pPr marL="36900" indent="0">
              <a:buNone/>
            </a:pPr>
            <a:r>
              <a:rPr lang="en-IN" dirty="0"/>
              <a:t>                   Top: Retrieves the top element of the double heap, considering both sets.</a:t>
            </a:r>
          </a:p>
          <a:p>
            <a:pPr marL="36900" indent="0">
              <a:buNone/>
            </a:pPr>
            <a:r>
              <a:rPr lang="en-IN" dirty="0"/>
              <a:t>                   </a:t>
            </a:r>
            <a:r>
              <a:rPr lang="en-IN" dirty="0" err="1"/>
              <a:t>PruneNeg</a:t>
            </a:r>
            <a:r>
              <a:rPr lang="en-IN" dirty="0"/>
              <a:t>: Removes negative elements from both sets of the double heap.</a:t>
            </a:r>
          </a:p>
          <a:p>
            <a:endParaRPr lang="en-IN" dirty="0"/>
          </a:p>
        </p:txBody>
      </p:sp>
    </p:spTree>
    <p:extLst>
      <p:ext uri="{BB962C8B-B14F-4D97-AF65-F5344CB8AC3E}">
        <p14:creationId xmlns:p14="http://schemas.microsoft.com/office/powerpoint/2010/main" val="1615349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29108-F7C5-E89C-2836-316ED6EEAA8A}"/>
              </a:ext>
            </a:extLst>
          </p:cNvPr>
          <p:cNvSpPr>
            <a:spLocks noGrp="1"/>
          </p:cNvSpPr>
          <p:nvPr>
            <p:ph type="title"/>
          </p:nvPr>
        </p:nvSpPr>
        <p:spPr>
          <a:xfrm>
            <a:off x="737118" y="367003"/>
            <a:ext cx="10254343" cy="1257300"/>
          </a:xfrm>
        </p:spPr>
        <p:txBody>
          <a:bodyPr>
            <a:normAutofit/>
          </a:bodyPr>
          <a:lstStyle/>
          <a:p>
            <a:r>
              <a:rPr lang="en-IN" sz="5400" b="1" dirty="0">
                <a:latin typeface="Bodoni MT" panose="02070603080606020203" pitchFamily="18" charset="0"/>
              </a:rPr>
              <a:t>CONSTRAINTS</a:t>
            </a:r>
          </a:p>
        </p:txBody>
      </p:sp>
      <p:sp>
        <p:nvSpPr>
          <p:cNvPr id="3" name="Content Placeholder 2">
            <a:extLst>
              <a:ext uri="{FF2B5EF4-FFF2-40B4-BE49-F238E27FC236}">
                <a16:creationId xmlns:a16="http://schemas.microsoft.com/office/drawing/2014/main" id="{8BD2D8B8-9D0C-A1C1-822C-4433BC513177}"/>
              </a:ext>
            </a:extLst>
          </p:cNvPr>
          <p:cNvSpPr>
            <a:spLocks noGrp="1"/>
          </p:cNvSpPr>
          <p:nvPr>
            <p:ph idx="1"/>
          </p:nvPr>
        </p:nvSpPr>
        <p:spPr>
          <a:xfrm>
            <a:off x="913795" y="2076450"/>
            <a:ext cx="10353762" cy="4436645"/>
          </a:xfrm>
        </p:spPr>
        <p:txBody>
          <a:bodyPr/>
          <a:lstStyle/>
          <a:p>
            <a:pPr marL="36900" indent="0">
              <a:buNone/>
            </a:pPr>
            <a:r>
              <a:rPr lang="en-US" dirty="0"/>
              <a:t> </a:t>
            </a:r>
            <a:r>
              <a:rPr lang="en-US" b="1" i="1" u="sng" dirty="0"/>
              <a:t>a. Software Constraints : -</a:t>
            </a:r>
          </a:p>
          <a:p>
            <a:pPr marL="36900" indent="0">
              <a:buNone/>
            </a:pPr>
            <a:r>
              <a:rPr lang="en-US" dirty="0"/>
              <a:t>        ➢ Minimum requirement is the system must have installed operating </a:t>
            </a:r>
          </a:p>
          <a:p>
            <a:pPr marL="36900" indent="0">
              <a:buNone/>
            </a:pPr>
            <a:r>
              <a:rPr lang="en-US" dirty="0"/>
              <a:t>            system XP.</a:t>
            </a:r>
          </a:p>
          <a:p>
            <a:pPr marL="36900" indent="0">
              <a:buNone/>
            </a:pPr>
            <a:r>
              <a:rPr lang="en-US" dirty="0"/>
              <a:t>        ➢ System should have installed turbo C++/visual code studio or any other</a:t>
            </a:r>
          </a:p>
          <a:p>
            <a:pPr marL="36900" indent="0">
              <a:buNone/>
            </a:pPr>
            <a:r>
              <a:rPr lang="en-US" dirty="0"/>
              <a:t>             C/C++ compiler.</a:t>
            </a:r>
          </a:p>
          <a:p>
            <a:pPr marL="36900" indent="0">
              <a:buNone/>
            </a:pPr>
            <a:r>
              <a:rPr lang="en-US" b="1" i="1" u="sng"/>
              <a:t>b</a:t>
            </a:r>
            <a:r>
              <a:rPr lang="en-US" b="1" i="1" u="sng" dirty="0"/>
              <a:t>. Hardware Constraints : </a:t>
            </a:r>
            <a:r>
              <a:rPr lang="en-US" dirty="0"/>
              <a:t>-</a:t>
            </a:r>
          </a:p>
          <a:p>
            <a:pPr marL="36900" indent="0">
              <a:buNone/>
            </a:pPr>
            <a:r>
              <a:rPr lang="en-US" dirty="0"/>
              <a:t>        ➢ System must have RAM of minimum 2GB with 100MB Memory.</a:t>
            </a:r>
            <a:endParaRPr lang="en-IN" dirty="0"/>
          </a:p>
        </p:txBody>
      </p:sp>
    </p:spTree>
    <p:extLst>
      <p:ext uri="{BB962C8B-B14F-4D97-AF65-F5344CB8AC3E}">
        <p14:creationId xmlns:p14="http://schemas.microsoft.com/office/powerpoint/2010/main" val="1939617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FDEC046-8CD7-7B47-5AF5-08516331E3E9}"/>
              </a:ext>
            </a:extLst>
          </p:cNvPr>
          <p:cNvSpPr/>
          <p:nvPr/>
        </p:nvSpPr>
        <p:spPr>
          <a:xfrm>
            <a:off x="783771" y="1968758"/>
            <a:ext cx="5113176" cy="44786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A536CD0-7D50-5A91-4141-5A018C283FF6}"/>
              </a:ext>
            </a:extLst>
          </p:cNvPr>
          <p:cNvSpPr>
            <a:spLocks noGrp="1"/>
          </p:cNvSpPr>
          <p:nvPr>
            <p:ph type="title"/>
          </p:nvPr>
        </p:nvSpPr>
        <p:spPr>
          <a:xfrm>
            <a:off x="924443" y="227045"/>
            <a:ext cx="10353762" cy="1257300"/>
          </a:xfrm>
        </p:spPr>
        <p:txBody>
          <a:bodyPr/>
          <a:lstStyle/>
          <a:p>
            <a:r>
              <a:rPr lang="en-IN" dirty="0"/>
              <a:t>SYSTEM DESIGN</a:t>
            </a:r>
          </a:p>
        </p:txBody>
      </p:sp>
      <p:pic>
        <p:nvPicPr>
          <p:cNvPr id="5" name="Content Placeholder 4">
            <a:extLst>
              <a:ext uri="{FF2B5EF4-FFF2-40B4-BE49-F238E27FC236}">
                <a16:creationId xmlns:a16="http://schemas.microsoft.com/office/drawing/2014/main" id="{2A7EEA63-D58D-BBEE-1403-2432DAED773F}"/>
              </a:ext>
            </a:extLst>
          </p:cNvPr>
          <p:cNvPicPr>
            <a:picLocks noGrp="1" noChangeAspect="1"/>
          </p:cNvPicPr>
          <p:nvPr>
            <p:ph idx="1"/>
          </p:nvPr>
        </p:nvPicPr>
        <p:blipFill>
          <a:blip r:embed="rId2">
            <a:alphaModFix amt="80000"/>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913795" y="2086853"/>
            <a:ext cx="4877084" cy="4228611"/>
          </a:xfrm>
        </p:spPr>
      </p:pic>
      <p:sp>
        <p:nvSpPr>
          <p:cNvPr id="8" name="TextBox 7">
            <a:extLst>
              <a:ext uri="{FF2B5EF4-FFF2-40B4-BE49-F238E27FC236}">
                <a16:creationId xmlns:a16="http://schemas.microsoft.com/office/drawing/2014/main" id="{A2A50827-8A5D-EEAA-D9FC-F66E3BCD5C99}"/>
              </a:ext>
            </a:extLst>
          </p:cNvPr>
          <p:cNvSpPr txBox="1"/>
          <p:nvPr/>
        </p:nvSpPr>
        <p:spPr>
          <a:xfrm>
            <a:off x="6295055" y="1968758"/>
            <a:ext cx="5719665" cy="3970318"/>
          </a:xfrm>
          <a:prstGeom prst="rect">
            <a:avLst/>
          </a:prstGeom>
          <a:noFill/>
        </p:spPr>
        <p:txBody>
          <a:bodyPr wrap="square">
            <a:spAutoFit/>
          </a:bodyPr>
          <a:lstStyle/>
          <a:p>
            <a:pPr marL="285750" indent="-285750">
              <a:buFont typeface="Arial" panose="020B0604020202020204" pitchFamily="34" charset="0"/>
              <a:buChar char="•"/>
            </a:pPr>
            <a:r>
              <a:rPr lang="en-US" b="1" dirty="0"/>
              <a:t>Main program </a:t>
            </a:r>
            <a:r>
              <a:rPr lang="en-US" dirty="0"/>
              <a:t>The starting point of the program. It handles the overall flow of control. </a:t>
            </a:r>
          </a:p>
          <a:p>
            <a:pPr marL="285750" indent="-285750">
              <a:buFont typeface="Arial" panose="020B0604020202020204" pitchFamily="34" charset="0"/>
              <a:buChar char="•"/>
            </a:pPr>
            <a:r>
              <a:rPr lang="en-US" b="1" dirty="0"/>
              <a:t>Input processing: </a:t>
            </a:r>
            <a:r>
              <a:rPr lang="en-US" dirty="0"/>
              <a:t>Read the input data, including the number of nodes, tree edges, edge costs, and nods values. </a:t>
            </a:r>
          </a:p>
          <a:p>
            <a:pPr marL="285750" indent="-285750">
              <a:buFont typeface="Arial" panose="020B0604020202020204" pitchFamily="34" charset="0"/>
              <a:buChar char="•"/>
            </a:pPr>
            <a:r>
              <a:rPr lang="en-US" dirty="0"/>
              <a:t> </a:t>
            </a:r>
            <a:r>
              <a:rPr lang="en-US" b="1" dirty="0"/>
              <a:t>Tree parsing: </a:t>
            </a:r>
            <a:r>
              <a:rPr lang="en-US" dirty="0"/>
              <a:t>Parses the tree structure, edge cost and node values, populates the necessary array, and prepare the data for the further processing. </a:t>
            </a:r>
          </a:p>
          <a:p>
            <a:pPr marL="285750" indent="-285750">
              <a:buFont typeface="Arial" panose="020B0604020202020204" pitchFamily="34" charset="0"/>
              <a:buChar char="•"/>
            </a:pPr>
            <a:r>
              <a:rPr lang="en-US" b="1" dirty="0"/>
              <a:t>State calculation: </a:t>
            </a:r>
            <a:r>
              <a:rPr lang="en-US" dirty="0"/>
              <a:t>Calls the ‘idiot’ Function, which recursively calculate the state, including minimum increase (‘</a:t>
            </a:r>
            <a:r>
              <a:rPr lang="en-US" dirty="0" err="1"/>
              <a:t>minInc</a:t>
            </a:r>
            <a:r>
              <a:rPr lang="en-US" dirty="0"/>
              <a:t>’), (‘base cost’), and the double heap (‘saving’) Structure. </a:t>
            </a:r>
          </a:p>
          <a:p>
            <a:pPr marL="285750" indent="-285750">
              <a:buFont typeface="Arial" panose="020B0604020202020204" pitchFamily="34" charset="0"/>
              <a:buChar char="•"/>
            </a:pPr>
            <a:r>
              <a:rPr lang="en-US" b="1" dirty="0"/>
              <a:t>Output display: </a:t>
            </a:r>
            <a:r>
              <a:rPr lang="en-US" dirty="0"/>
              <a:t>Print. The final result based on the calculated state. Considering, condition and adjusting the result for accuracy</a:t>
            </a:r>
            <a:endParaRPr lang="en-IN" dirty="0"/>
          </a:p>
        </p:txBody>
      </p:sp>
    </p:spTree>
    <p:extLst>
      <p:ext uri="{BB962C8B-B14F-4D97-AF65-F5344CB8AC3E}">
        <p14:creationId xmlns:p14="http://schemas.microsoft.com/office/powerpoint/2010/main" val="3252414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9FD03-D067-62F2-B589-A99BA388DC9D}"/>
              </a:ext>
            </a:extLst>
          </p:cNvPr>
          <p:cNvSpPr>
            <a:spLocks noGrp="1"/>
          </p:cNvSpPr>
          <p:nvPr>
            <p:ph type="title"/>
          </p:nvPr>
        </p:nvSpPr>
        <p:spPr/>
        <p:txBody>
          <a:bodyPr/>
          <a:lstStyle/>
          <a:p>
            <a:r>
              <a:rPr lang="en-IN" dirty="0"/>
              <a:t>SYSTEM DESIGN</a:t>
            </a:r>
          </a:p>
        </p:txBody>
      </p:sp>
      <p:pic>
        <p:nvPicPr>
          <p:cNvPr id="7" name="Content Placeholder 6">
            <a:extLst>
              <a:ext uri="{FF2B5EF4-FFF2-40B4-BE49-F238E27FC236}">
                <a16:creationId xmlns:a16="http://schemas.microsoft.com/office/drawing/2014/main" id="{79D7E816-08A9-70A7-A0F5-AE5C644FAD5B}"/>
              </a:ext>
            </a:extLst>
          </p:cNvPr>
          <p:cNvPicPr>
            <a:picLocks noGrp="1" noChangeAspect="1"/>
          </p:cNvPicPr>
          <p:nvPr>
            <p:ph sz="half" idx="1"/>
          </p:nvPr>
        </p:nvPicPr>
        <p:blipFill>
          <a:blip r:embed="rId2"/>
          <a:stretch>
            <a:fillRect/>
          </a:stretch>
        </p:blipFill>
        <p:spPr>
          <a:xfrm>
            <a:off x="1544100" y="2076450"/>
            <a:ext cx="4399500" cy="4431196"/>
          </a:xfrm>
        </p:spPr>
      </p:pic>
      <p:sp>
        <p:nvSpPr>
          <p:cNvPr id="5" name="Content Placeholder 4">
            <a:extLst>
              <a:ext uri="{FF2B5EF4-FFF2-40B4-BE49-F238E27FC236}">
                <a16:creationId xmlns:a16="http://schemas.microsoft.com/office/drawing/2014/main" id="{1A2A79BB-D443-E10D-8067-43309E27345A}"/>
              </a:ext>
            </a:extLst>
          </p:cNvPr>
          <p:cNvSpPr>
            <a:spLocks noGrp="1"/>
          </p:cNvSpPr>
          <p:nvPr>
            <p:ph sz="half" idx="2"/>
          </p:nvPr>
        </p:nvSpPr>
        <p:spPr/>
        <p:txBody>
          <a:bodyPr>
            <a:normAutofit/>
          </a:bodyPr>
          <a:lstStyle/>
          <a:p>
            <a:r>
              <a:rPr lang="en-US" dirty="0"/>
              <a:t>The system follows a dynamic programming approach. </a:t>
            </a:r>
          </a:p>
          <a:p>
            <a:r>
              <a:rPr lang="en-US" dirty="0"/>
              <a:t>The input is stored in an Array of structures. </a:t>
            </a:r>
          </a:p>
          <a:p>
            <a:r>
              <a:rPr lang="en-US" dirty="0"/>
              <a:t> Different functions, modules (call by value + call by reference) are present to perform operations on the array and achieve the desired outcome</a:t>
            </a:r>
            <a:endParaRPr lang="en-IN" dirty="0"/>
          </a:p>
        </p:txBody>
      </p:sp>
    </p:spTree>
    <p:extLst>
      <p:ext uri="{BB962C8B-B14F-4D97-AF65-F5344CB8AC3E}">
        <p14:creationId xmlns:p14="http://schemas.microsoft.com/office/powerpoint/2010/main" val="1545200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F0DA3-014C-68F9-A3B0-29EB539BC880}"/>
              </a:ext>
            </a:extLst>
          </p:cNvPr>
          <p:cNvSpPr>
            <a:spLocks noGrp="1"/>
          </p:cNvSpPr>
          <p:nvPr>
            <p:ph type="title"/>
          </p:nvPr>
        </p:nvSpPr>
        <p:spPr/>
        <p:txBody>
          <a:bodyPr/>
          <a:lstStyle/>
          <a:p>
            <a:r>
              <a:rPr lang="en-IN" dirty="0"/>
              <a:t>SYSTEM DESIGN</a:t>
            </a:r>
          </a:p>
        </p:txBody>
      </p:sp>
      <p:pic>
        <p:nvPicPr>
          <p:cNvPr id="5" name="Content Placeholder 4">
            <a:extLst>
              <a:ext uri="{FF2B5EF4-FFF2-40B4-BE49-F238E27FC236}">
                <a16:creationId xmlns:a16="http://schemas.microsoft.com/office/drawing/2014/main" id="{0EE2ED51-EE18-F1C8-EFC7-3B6ED54BD3BF}"/>
              </a:ext>
            </a:extLst>
          </p:cNvPr>
          <p:cNvPicPr>
            <a:picLocks noGrp="1" noChangeAspect="1"/>
          </p:cNvPicPr>
          <p:nvPr>
            <p:ph sz="half" idx="1"/>
          </p:nvPr>
        </p:nvPicPr>
        <p:blipFill>
          <a:blip r:embed="rId2"/>
          <a:stretch>
            <a:fillRect/>
          </a:stretch>
        </p:blipFill>
        <p:spPr>
          <a:xfrm>
            <a:off x="914400" y="2076452"/>
            <a:ext cx="4856163" cy="3529778"/>
          </a:xfrm>
        </p:spPr>
      </p:pic>
      <p:sp>
        <p:nvSpPr>
          <p:cNvPr id="4" name="Content Placeholder 3">
            <a:extLst>
              <a:ext uri="{FF2B5EF4-FFF2-40B4-BE49-F238E27FC236}">
                <a16:creationId xmlns:a16="http://schemas.microsoft.com/office/drawing/2014/main" id="{3177BB54-C44D-8FD3-EF8C-87A725B167A8}"/>
              </a:ext>
            </a:extLst>
          </p:cNvPr>
          <p:cNvSpPr>
            <a:spLocks noGrp="1"/>
          </p:cNvSpPr>
          <p:nvPr>
            <p:ph sz="half" idx="2"/>
          </p:nvPr>
        </p:nvSpPr>
        <p:spPr/>
        <p:txBody>
          <a:bodyPr>
            <a:normAutofit fontScale="92500" lnSpcReduction="20000"/>
          </a:bodyPr>
          <a:lstStyle/>
          <a:p>
            <a:r>
              <a:rPr lang="en-US" dirty="0"/>
              <a:t>The main goal of the program is to calculate the minimum cost of modifying a given tree structure, where each node has associated value X and Y. </a:t>
            </a:r>
          </a:p>
          <a:p>
            <a:r>
              <a:rPr lang="en-US" dirty="0"/>
              <a:t>The program optimizes the modification to minimize the increase in value Y while considering associated cost and specific condition. </a:t>
            </a:r>
          </a:p>
          <a:p>
            <a:r>
              <a:rPr lang="en-US" dirty="0"/>
              <a:t>The result represents the minimum cost required to achieve the desired modification.</a:t>
            </a:r>
            <a:endParaRPr lang="en-IN" dirty="0"/>
          </a:p>
        </p:txBody>
      </p:sp>
    </p:spTree>
    <p:extLst>
      <p:ext uri="{BB962C8B-B14F-4D97-AF65-F5344CB8AC3E}">
        <p14:creationId xmlns:p14="http://schemas.microsoft.com/office/powerpoint/2010/main" val="2031990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5FE2-4411-BEF6-E2C2-D365E6E03A24}"/>
              </a:ext>
            </a:extLst>
          </p:cNvPr>
          <p:cNvSpPr>
            <a:spLocks noGrp="1"/>
          </p:cNvSpPr>
          <p:nvPr>
            <p:ph type="title"/>
          </p:nvPr>
        </p:nvSpPr>
        <p:spPr>
          <a:xfrm>
            <a:off x="0" y="609600"/>
            <a:ext cx="9433249" cy="1261872"/>
          </a:xfrm>
        </p:spPr>
        <p:txBody>
          <a:bodyPr/>
          <a:lstStyle/>
          <a:p>
            <a:r>
              <a:rPr lang="en-IN" b="1" dirty="0">
                <a:latin typeface="Bodoni MT" panose="02070603080606020203" pitchFamily="18" charset="0"/>
              </a:rPr>
              <a:t>GRAPHICAL REPRESENTATION</a:t>
            </a:r>
          </a:p>
        </p:txBody>
      </p:sp>
      <p:pic>
        <p:nvPicPr>
          <p:cNvPr id="6" name="Content Placeholder 5">
            <a:extLst>
              <a:ext uri="{FF2B5EF4-FFF2-40B4-BE49-F238E27FC236}">
                <a16:creationId xmlns:a16="http://schemas.microsoft.com/office/drawing/2014/main" id="{B38382B2-CC8F-0767-BDF9-892643C17A2F}"/>
              </a:ext>
            </a:extLst>
          </p:cNvPr>
          <p:cNvPicPr>
            <a:picLocks noGrp="1" noChangeAspect="1"/>
          </p:cNvPicPr>
          <p:nvPr>
            <p:ph sz="half" idx="1"/>
          </p:nvPr>
        </p:nvPicPr>
        <p:blipFill>
          <a:blip r:embed="rId2"/>
          <a:stretch>
            <a:fillRect/>
          </a:stretch>
        </p:blipFill>
        <p:spPr>
          <a:xfrm>
            <a:off x="279918" y="2401749"/>
            <a:ext cx="5635690" cy="3846651"/>
          </a:xfrm>
        </p:spPr>
      </p:pic>
      <p:pic>
        <p:nvPicPr>
          <p:cNvPr id="8" name="Content Placeholder 7">
            <a:extLst>
              <a:ext uri="{FF2B5EF4-FFF2-40B4-BE49-F238E27FC236}">
                <a16:creationId xmlns:a16="http://schemas.microsoft.com/office/drawing/2014/main" id="{BE6B5356-BC1A-288A-82D9-41AAED795CAE}"/>
              </a:ext>
            </a:extLst>
          </p:cNvPr>
          <p:cNvPicPr>
            <a:picLocks noGrp="1" noChangeAspect="1"/>
          </p:cNvPicPr>
          <p:nvPr>
            <p:ph sz="half" idx="2"/>
          </p:nvPr>
        </p:nvPicPr>
        <p:blipFill>
          <a:blip r:embed="rId3"/>
          <a:stretch>
            <a:fillRect/>
          </a:stretch>
        </p:blipFill>
        <p:spPr>
          <a:xfrm>
            <a:off x="6276394" y="2432904"/>
            <a:ext cx="5624575" cy="3815496"/>
          </a:xfrm>
        </p:spPr>
      </p:pic>
      <p:cxnSp>
        <p:nvCxnSpPr>
          <p:cNvPr id="4" name="Straight Connector 3">
            <a:extLst>
              <a:ext uri="{FF2B5EF4-FFF2-40B4-BE49-F238E27FC236}">
                <a16:creationId xmlns:a16="http://schemas.microsoft.com/office/drawing/2014/main" id="{819FCB28-FFF3-0C12-8C02-F8C1F5B0AD84}"/>
              </a:ext>
            </a:extLst>
          </p:cNvPr>
          <p:cNvCxnSpPr>
            <a:cxnSpLocks/>
          </p:cNvCxnSpPr>
          <p:nvPr/>
        </p:nvCxnSpPr>
        <p:spPr>
          <a:xfrm>
            <a:off x="279918" y="2146041"/>
            <a:ext cx="11621051" cy="0"/>
          </a:xfrm>
          <a:prstGeom prst="line">
            <a:avLst/>
          </a:prstGeom>
          <a:ln>
            <a:solidFill>
              <a:schemeClr val="tx1"/>
            </a:solidFill>
          </a:ln>
          <a:effectLst>
            <a:glow rad="635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920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4C39-5EBA-55DC-E6DC-0F123E86B95E}"/>
              </a:ext>
            </a:extLst>
          </p:cNvPr>
          <p:cNvSpPr>
            <a:spLocks noGrp="1"/>
          </p:cNvSpPr>
          <p:nvPr>
            <p:ph type="title"/>
          </p:nvPr>
        </p:nvSpPr>
        <p:spPr/>
        <p:txBody>
          <a:bodyPr/>
          <a:lstStyle/>
          <a:p>
            <a:r>
              <a:rPr lang="en-IN" b="1" dirty="0">
                <a:latin typeface="Bodoni MT" panose="02070603080606020203" pitchFamily="18" charset="0"/>
              </a:rPr>
              <a:t>INPUT-OUTPUT</a:t>
            </a:r>
            <a:endParaRPr lang="en-IN" dirty="0"/>
          </a:p>
        </p:txBody>
      </p:sp>
      <p:pic>
        <p:nvPicPr>
          <p:cNvPr id="12" name="Content Placeholder 11">
            <a:extLst>
              <a:ext uri="{FF2B5EF4-FFF2-40B4-BE49-F238E27FC236}">
                <a16:creationId xmlns:a16="http://schemas.microsoft.com/office/drawing/2014/main" id="{E70ECE9B-2B3A-B3FB-40EA-E42772519130}"/>
              </a:ext>
            </a:extLst>
          </p:cNvPr>
          <p:cNvPicPr>
            <a:picLocks noGrp="1" noChangeAspect="1"/>
          </p:cNvPicPr>
          <p:nvPr>
            <p:ph sz="half" idx="1"/>
          </p:nvPr>
        </p:nvPicPr>
        <p:blipFill>
          <a:blip r:embed="rId2"/>
          <a:stretch>
            <a:fillRect/>
          </a:stretch>
        </p:blipFill>
        <p:spPr>
          <a:xfrm>
            <a:off x="923925" y="2076450"/>
            <a:ext cx="4856163" cy="3622671"/>
          </a:xfrm>
        </p:spPr>
      </p:pic>
      <p:pic>
        <p:nvPicPr>
          <p:cNvPr id="20" name="Content Placeholder 19">
            <a:extLst>
              <a:ext uri="{FF2B5EF4-FFF2-40B4-BE49-F238E27FC236}">
                <a16:creationId xmlns:a16="http://schemas.microsoft.com/office/drawing/2014/main" id="{0E4232F9-194E-01D8-F3B3-511EABB41EA7}"/>
              </a:ext>
            </a:extLst>
          </p:cNvPr>
          <p:cNvPicPr>
            <a:picLocks noGrp="1" noChangeAspect="1"/>
          </p:cNvPicPr>
          <p:nvPr>
            <p:ph sz="half" idx="2"/>
          </p:nvPr>
        </p:nvPicPr>
        <p:blipFill>
          <a:blip r:embed="rId3"/>
          <a:stretch>
            <a:fillRect/>
          </a:stretch>
        </p:blipFill>
        <p:spPr>
          <a:xfrm>
            <a:off x="6410325" y="2183363"/>
            <a:ext cx="4857750" cy="3515758"/>
          </a:xfrm>
        </p:spPr>
      </p:pic>
    </p:spTree>
    <p:extLst>
      <p:ext uri="{BB962C8B-B14F-4D97-AF65-F5344CB8AC3E}">
        <p14:creationId xmlns:p14="http://schemas.microsoft.com/office/powerpoint/2010/main" val="244027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8193-D3B7-292F-C2AF-BB1DE9E3FD59}"/>
              </a:ext>
            </a:extLst>
          </p:cNvPr>
          <p:cNvSpPr>
            <a:spLocks noGrp="1"/>
          </p:cNvSpPr>
          <p:nvPr>
            <p:ph type="title"/>
          </p:nvPr>
        </p:nvSpPr>
        <p:spPr>
          <a:xfrm>
            <a:off x="1670439" y="536308"/>
            <a:ext cx="9041968" cy="607238"/>
          </a:xfrm>
        </p:spPr>
        <p:txBody>
          <a:bodyPr/>
          <a:lstStyle/>
          <a:p>
            <a:r>
              <a:rPr lang="en-IN" b="1" dirty="0"/>
              <a:t>CODE SINNPTS</a:t>
            </a:r>
          </a:p>
        </p:txBody>
      </p:sp>
      <p:pic>
        <p:nvPicPr>
          <p:cNvPr id="6" name="Content Placeholder 5">
            <a:extLst>
              <a:ext uri="{FF2B5EF4-FFF2-40B4-BE49-F238E27FC236}">
                <a16:creationId xmlns:a16="http://schemas.microsoft.com/office/drawing/2014/main" id="{DCE88EDC-CD1C-CC46-CE33-07817439DBFB}"/>
              </a:ext>
            </a:extLst>
          </p:cNvPr>
          <p:cNvPicPr>
            <a:picLocks noGrp="1" noChangeAspect="1"/>
          </p:cNvPicPr>
          <p:nvPr>
            <p:ph idx="1"/>
          </p:nvPr>
        </p:nvPicPr>
        <p:blipFill>
          <a:blip r:embed="rId2"/>
          <a:stretch>
            <a:fillRect/>
          </a:stretch>
        </p:blipFill>
        <p:spPr>
          <a:xfrm>
            <a:off x="5061436" y="1421460"/>
            <a:ext cx="6411912" cy="585214"/>
          </a:xfrm>
        </p:spPr>
      </p:pic>
      <p:pic>
        <p:nvPicPr>
          <p:cNvPr id="8" name="Content Placeholder 7">
            <a:extLst>
              <a:ext uri="{FF2B5EF4-FFF2-40B4-BE49-F238E27FC236}">
                <a16:creationId xmlns:a16="http://schemas.microsoft.com/office/drawing/2014/main" id="{F5D02B85-03EE-1F82-543F-8AC96B60AF18}"/>
              </a:ext>
            </a:extLst>
          </p:cNvPr>
          <p:cNvPicPr>
            <a:picLocks noGrp="1" noChangeAspect="1"/>
          </p:cNvPicPr>
          <p:nvPr>
            <p:ph sz="half" idx="4294967295"/>
          </p:nvPr>
        </p:nvPicPr>
        <p:blipFill>
          <a:blip r:embed="rId3"/>
          <a:stretch>
            <a:fillRect/>
          </a:stretch>
        </p:blipFill>
        <p:spPr>
          <a:xfrm>
            <a:off x="5061436" y="2792476"/>
            <a:ext cx="6411912" cy="2036725"/>
          </a:xfrm>
        </p:spPr>
      </p:pic>
      <p:sp>
        <p:nvSpPr>
          <p:cNvPr id="13" name="TextBox 12">
            <a:extLst>
              <a:ext uri="{FF2B5EF4-FFF2-40B4-BE49-F238E27FC236}">
                <a16:creationId xmlns:a16="http://schemas.microsoft.com/office/drawing/2014/main" id="{91EBC57A-DF56-9A7F-0E1C-AD3693EC4CD9}"/>
              </a:ext>
            </a:extLst>
          </p:cNvPr>
          <p:cNvSpPr txBox="1"/>
          <p:nvPr/>
        </p:nvSpPr>
        <p:spPr>
          <a:xfrm>
            <a:off x="566836" y="3245795"/>
            <a:ext cx="4494600" cy="646331"/>
          </a:xfrm>
          <a:prstGeom prst="rect">
            <a:avLst/>
          </a:prstGeom>
          <a:noFill/>
        </p:spPr>
        <p:txBody>
          <a:bodyPr wrap="square">
            <a:spAutoFit/>
          </a:bodyPr>
          <a:lstStyle/>
          <a:p>
            <a:r>
              <a:rPr lang="en-US" b="0" i="0" dirty="0">
                <a:solidFill>
                  <a:srgbClr val="D1D5DB"/>
                </a:solidFill>
                <a:effectLst/>
                <a:latin typeface="Söhne"/>
              </a:rPr>
              <a:t>These are function prototypes for </a:t>
            </a:r>
          </a:p>
          <a:p>
            <a:r>
              <a:rPr lang="en-US" b="0" i="0" dirty="0">
                <a:solidFill>
                  <a:srgbClr val="D1D5DB"/>
                </a:solidFill>
                <a:effectLst/>
                <a:latin typeface="Söhne"/>
              </a:rPr>
              <a:t>various operations on the double heap.</a:t>
            </a:r>
            <a:endParaRPr lang="en-IN" dirty="0"/>
          </a:p>
        </p:txBody>
      </p:sp>
      <p:sp>
        <p:nvSpPr>
          <p:cNvPr id="15" name="TextBox 14">
            <a:extLst>
              <a:ext uri="{FF2B5EF4-FFF2-40B4-BE49-F238E27FC236}">
                <a16:creationId xmlns:a16="http://schemas.microsoft.com/office/drawing/2014/main" id="{61882B2C-33AB-E1F4-27EF-AA667638734F}"/>
              </a:ext>
            </a:extLst>
          </p:cNvPr>
          <p:cNvSpPr txBox="1"/>
          <p:nvPr/>
        </p:nvSpPr>
        <p:spPr>
          <a:xfrm>
            <a:off x="566836" y="1505715"/>
            <a:ext cx="4494600" cy="646331"/>
          </a:xfrm>
          <a:prstGeom prst="rect">
            <a:avLst/>
          </a:prstGeom>
          <a:noFill/>
        </p:spPr>
        <p:txBody>
          <a:bodyPr wrap="square">
            <a:spAutoFit/>
          </a:bodyPr>
          <a:lstStyle/>
          <a:p>
            <a:r>
              <a:rPr lang="en-US" b="0" i="0" dirty="0">
                <a:solidFill>
                  <a:srgbClr val="D1D5DB"/>
                </a:solidFill>
                <a:effectLst/>
                <a:latin typeface="Söhne"/>
              </a:rPr>
              <a:t>This defines a constant MAX_NODES with value 100</a:t>
            </a:r>
          </a:p>
        </p:txBody>
      </p:sp>
      <p:pic>
        <p:nvPicPr>
          <p:cNvPr id="18" name="Picture 17">
            <a:extLst>
              <a:ext uri="{FF2B5EF4-FFF2-40B4-BE49-F238E27FC236}">
                <a16:creationId xmlns:a16="http://schemas.microsoft.com/office/drawing/2014/main" id="{053CBD1D-B8EA-2DCE-3F5A-1E632DAA0E12}"/>
              </a:ext>
            </a:extLst>
          </p:cNvPr>
          <p:cNvPicPr>
            <a:picLocks noChangeAspect="1"/>
          </p:cNvPicPr>
          <p:nvPr/>
        </p:nvPicPr>
        <p:blipFill>
          <a:blip r:embed="rId4"/>
          <a:stretch>
            <a:fillRect/>
          </a:stretch>
        </p:blipFill>
        <p:spPr>
          <a:xfrm>
            <a:off x="5061436" y="5313265"/>
            <a:ext cx="6411912" cy="1219370"/>
          </a:xfrm>
          <a:prstGeom prst="rect">
            <a:avLst/>
          </a:prstGeom>
        </p:spPr>
      </p:pic>
      <p:sp>
        <p:nvSpPr>
          <p:cNvPr id="19" name="TextBox 18">
            <a:extLst>
              <a:ext uri="{FF2B5EF4-FFF2-40B4-BE49-F238E27FC236}">
                <a16:creationId xmlns:a16="http://schemas.microsoft.com/office/drawing/2014/main" id="{09EC3304-2F9A-B049-AA59-A464860B2056}"/>
              </a:ext>
            </a:extLst>
          </p:cNvPr>
          <p:cNvSpPr txBox="1"/>
          <p:nvPr/>
        </p:nvSpPr>
        <p:spPr>
          <a:xfrm>
            <a:off x="635260" y="5599784"/>
            <a:ext cx="4494600" cy="369332"/>
          </a:xfrm>
          <a:prstGeom prst="rect">
            <a:avLst/>
          </a:prstGeom>
          <a:noFill/>
        </p:spPr>
        <p:txBody>
          <a:bodyPr wrap="square">
            <a:spAutoFit/>
          </a:bodyPr>
          <a:lstStyle/>
          <a:p>
            <a:r>
              <a:rPr lang="en-US" dirty="0">
                <a:solidFill>
                  <a:srgbClr val="D1D5DB"/>
                </a:solidFill>
                <a:latin typeface="Söhne"/>
              </a:rPr>
              <a:t>Arrays to store nodes and graph values</a:t>
            </a:r>
            <a:endParaRPr lang="en-US" b="0" i="0" dirty="0">
              <a:solidFill>
                <a:srgbClr val="D1D5DB"/>
              </a:solidFill>
              <a:effectLst/>
              <a:latin typeface="Söhne"/>
            </a:endParaRPr>
          </a:p>
        </p:txBody>
      </p:sp>
    </p:spTree>
    <p:extLst>
      <p:ext uri="{BB962C8B-B14F-4D97-AF65-F5344CB8AC3E}">
        <p14:creationId xmlns:p14="http://schemas.microsoft.com/office/powerpoint/2010/main" val="4065035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24254-883D-E672-9C55-8BABD56837D5}"/>
              </a:ext>
            </a:extLst>
          </p:cNvPr>
          <p:cNvSpPr>
            <a:spLocks noGrp="1"/>
          </p:cNvSpPr>
          <p:nvPr>
            <p:ph type="title"/>
          </p:nvPr>
        </p:nvSpPr>
        <p:spPr>
          <a:xfrm>
            <a:off x="875219" y="388662"/>
            <a:ext cx="10441561" cy="698428"/>
          </a:xfrm>
        </p:spPr>
        <p:txBody>
          <a:bodyPr/>
          <a:lstStyle/>
          <a:p>
            <a:r>
              <a:rPr lang="en-IN" b="1" dirty="0"/>
              <a:t>CODE SINNPTS</a:t>
            </a:r>
          </a:p>
        </p:txBody>
      </p:sp>
      <p:pic>
        <p:nvPicPr>
          <p:cNvPr id="6" name="Content Placeholder 5">
            <a:extLst>
              <a:ext uri="{FF2B5EF4-FFF2-40B4-BE49-F238E27FC236}">
                <a16:creationId xmlns:a16="http://schemas.microsoft.com/office/drawing/2014/main" id="{006337FC-561A-11FF-38E8-8A84A1836BDF}"/>
              </a:ext>
            </a:extLst>
          </p:cNvPr>
          <p:cNvPicPr>
            <a:picLocks noGrp="1" noChangeAspect="1"/>
          </p:cNvPicPr>
          <p:nvPr>
            <p:ph idx="1"/>
          </p:nvPr>
        </p:nvPicPr>
        <p:blipFill>
          <a:blip r:embed="rId2"/>
          <a:stretch>
            <a:fillRect/>
          </a:stretch>
        </p:blipFill>
        <p:spPr>
          <a:xfrm>
            <a:off x="5426129" y="1392334"/>
            <a:ext cx="6411912" cy="1833193"/>
          </a:xfrm>
        </p:spPr>
      </p:pic>
      <p:sp>
        <p:nvSpPr>
          <p:cNvPr id="4" name="Text Placeholder 3">
            <a:extLst>
              <a:ext uri="{FF2B5EF4-FFF2-40B4-BE49-F238E27FC236}">
                <a16:creationId xmlns:a16="http://schemas.microsoft.com/office/drawing/2014/main" id="{2F37CBEE-E9E3-69DF-9C32-DD61529169E8}"/>
              </a:ext>
            </a:extLst>
          </p:cNvPr>
          <p:cNvSpPr>
            <a:spLocks noGrp="1"/>
          </p:cNvSpPr>
          <p:nvPr>
            <p:ph type="body" sz="half" idx="2"/>
          </p:nvPr>
        </p:nvSpPr>
        <p:spPr>
          <a:xfrm>
            <a:off x="568562" y="3663332"/>
            <a:ext cx="4404654" cy="1219444"/>
          </a:xfrm>
        </p:spPr>
        <p:txBody>
          <a:bodyPr>
            <a:normAutofit/>
          </a:bodyPr>
          <a:lstStyle/>
          <a:p>
            <a:pPr marL="285750" indent="-285750">
              <a:buFont typeface="Arial" panose="020B0604020202020204" pitchFamily="34" charset="0"/>
              <a:buChar char="•"/>
            </a:pPr>
            <a:r>
              <a:rPr lang="en-IN" dirty="0"/>
              <a:t>Read tree edges and edge costs for N-1 edges</a:t>
            </a:r>
          </a:p>
          <a:p>
            <a:pPr marL="285750" indent="-285750">
              <a:buFont typeface="Arial" panose="020B0604020202020204" pitchFamily="34" charset="0"/>
              <a:buChar char="•"/>
            </a:pPr>
            <a:r>
              <a:rPr lang="en-IN" dirty="0"/>
              <a:t>    Populates the array e and </a:t>
            </a:r>
            <a:r>
              <a:rPr lang="en-IN" dirty="0" err="1"/>
              <a:t>ec</a:t>
            </a:r>
            <a:r>
              <a:rPr lang="en-IN" dirty="0"/>
              <a:t> based on the input</a:t>
            </a:r>
          </a:p>
        </p:txBody>
      </p:sp>
      <p:pic>
        <p:nvPicPr>
          <p:cNvPr id="10" name="Picture 9">
            <a:extLst>
              <a:ext uri="{FF2B5EF4-FFF2-40B4-BE49-F238E27FC236}">
                <a16:creationId xmlns:a16="http://schemas.microsoft.com/office/drawing/2014/main" id="{EB3637CE-D5F8-4439-B360-405617162357}"/>
              </a:ext>
            </a:extLst>
          </p:cNvPr>
          <p:cNvPicPr>
            <a:picLocks noChangeAspect="1"/>
          </p:cNvPicPr>
          <p:nvPr/>
        </p:nvPicPr>
        <p:blipFill>
          <a:blip r:embed="rId3"/>
          <a:stretch>
            <a:fillRect/>
          </a:stretch>
        </p:blipFill>
        <p:spPr>
          <a:xfrm>
            <a:off x="5426129" y="3632474"/>
            <a:ext cx="6411912" cy="2035359"/>
          </a:xfrm>
          <a:prstGeom prst="rect">
            <a:avLst/>
          </a:prstGeom>
        </p:spPr>
      </p:pic>
      <p:sp>
        <p:nvSpPr>
          <p:cNvPr id="11" name="Text Placeholder 3">
            <a:extLst>
              <a:ext uri="{FF2B5EF4-FFF2-40B4-BE49-F238E27FC236}">
                <a16:creationId xmlns:a16="http://schemas.microsoft.com/office/drawing/2014/main" id="{7AB87167-C5EE-EDAE-D0C0-F3594F4F506C}"/>
              </a:ext>
            </a:extLst>
          </p:cNvPr>
          <p:cNvSpPr txBox="1">
            <a:spLocks/>
          </p:cNvSpPr>
          <p:nvPr/>
        </p:nvSpPr>
        <p:spPr>
          <a:xfrm>
            <a:off x="568562" y="1918081"/>
            <a:ext cx="4106800" cy="781697"/>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0" indent="0" algn="ctr" defTabSz="457200" rtl="0" eaLnBrk="1" latinLnBrk="0" hangingPunct="1">
              <a:lnSpc>
                <a:spcPct val="110000"/>
              </a:lnSpc>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l" defTabSz="457200" rtl="0" eaLnBrk="1" latinLnBrk="0" hangingPunct="1">
              <a:spcBef>
                <a:spcPct val="20000"/>
              </a:spcBef>
              <a:spcAft>
                <a:spcPts val="600"/>
              </a:spcAft>
              <a:buClr>
                <a:schemeClr val="tx2"/>
              </a:buClr>
              <a:buSzPct val="70000"/>
              <a:buFont typeface="Wingdings 2" charset="2"/>
              <a:buNone/>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914400" indent="0" algn="l" defTabSz="457200" rtl="0" eaLnBrk="1" latinLnBrk="0" hangingPunct="1">
              <a:spcBef>
                <a:spcPct val="20000"/>
              </a:spcBef>
              <a:spcAft>
                <a:spcPts val="600"/>
              </a:spcAft>
              <a:buClr>
                <a:schemeClr val="tx2"/>
              </a:buClr>
              <a:buSzPct val="70000"/>
              <a:buFont typeface="Wingdings 2" charset="2"/>
              <a:buNone/>
              <a:defRPr sz="1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71600" indent="0" algn="l" defTabSz="457200" rtl="0" eaLnBrk="1" latinLnBrk="0" hangingPunct="1">
              <a:spcBef>
                <a:spcPct val="20000"/>
              </a:spcBef>
              <a:spcAft>
                <a:spcPts val="600"/>
              </a:spcAft>
              <a:buClr>
                <a:schemeClr val="tx2"/>
              </a:buClr>
              <a:buSzPct val="70000"/>
              <a:buFont typeface="Wingdings 2" charset="2"/>
              <a:buNone/>
              <a:defRPr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828800" indent="0" algn="l" defTabSz="457200" rtl="0" eaLnBrk="1" latinLnBrk="0" hangingPunct="1">
              <a:spcBef>
                <a:spcPct val="20000"/>
              </a:spcBef>
              <a:spcAft>
                <a:spcPts val="600"/>
              </a:spcAft>
              <a:buClr>
                <a:schemeClr val="tx2"/>
              </a:buClr>
              <a:buSzPct val="70000"/>
              <a:buFont typeface="Wingdings 2" charset="2"/>
              <a:buNone/>
              <a:defRPr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286000" indent="0" algn="l" defTabSz="457200" rtl="0" eaLnBrk="1" latinLnBrk="0" hangingPunct="1">
              <a:spcBef>
                <a:spcPct val="20000"/>
              </a:spcBef>
              <a:spcAft>
                <a:spcPts val="600"/>
              </a:spcAft>
              <a:buClr>
                <a:schemeClr val="tx2"/>
              </a:buClr>
              <a:buSzPct val="70000"/>
              <a:buFont typeface="Wingdings 2" charset="2"/>
              <a:buNone/>
              <a:defRPr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743200" indent="0" algn="l" defTabSz="457200" rtl="0" eaLnBrk="1" latinLnBrk="0" hangingPunct="1">
              <a:spcBef>
                <a:spcPct val="20000"/>
              </a:spcBef>
              <a:spcAft>
                <a:spcPts val="600"/>
              </a:spcAft>
              <a:buClr>
                <a:schemeClr val="tx2"/>
              </a:buClr>
              <a:buSzPct val="70000"/>
              <a:buFont typeface="Wingdings 2" charset="2"/>
              <a:buNone/>
              <a:defRPr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200400" indent="0" algn="l" defTabSz="457200" rtl="0" eaLnBrk="1" latinLnBrk="0" hangingPunct="1">
              <a:spcBef>
                <a:spcPct val="20000"/>
              </a:spcBef>
              <a:spcAft>
                <a:spcPts val="600"/>
              </a:spcAft>
              <a:buClr>
                <a:schemeClr val="tx2"/>
              </a:buClr>
              <a:buSzPct val="70000"/>
              <a:buFont typeface="Wingdings 2" charset="2"/>
              <a:buNone/>
              <a:defRPr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657600" indent="0" algn="l" defTabSz="457200" rtl="0" eaLnBrk="1" latinLnBrk="0" hangingPunct="1">
              <a:spcBef>
                <a:spcPct val="20000"/>
              </a:spcBef>
              <a:spcAft>
                <a:spcPts val="600"/>
              </a:spcAft>
              <a:buClr>
                <a:schemeClr val="tx2"/>
              </a:buClr>
              <a:buSzPct val="70000"/>
              <a:buFont typeface="Wingdings 2" charset="2"/>
              <a:buNone/>
              <a:defRPr sz="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285750" indent="-285750">
              <a:buFont typeface="Arial" panose="020B0604020202020204" pitchFamily="34" charset="0"/>
              <a:buChar char="•"/>
            </a:pPr>
            <a:r>
              <a:rPr lang="en-IN" dirty="0"/>
              <a:t>Reset </a:t>
            </a:r>
            <a:r>
              <a:rPr lang="en-IN" sz="1800" dirty="0"/>
              <a:t>arrays</a:t>
            </a:r>
            <a:r>
              <a:rPr lang="en-IN" dirty="0"/>
              <a:t> e, </a:t>
            </a:r>
            <a:r>
              <a:rPr lang="en-IN" dirty="0" err="1"/>
              <a:t>ec</a:t>
            </a:r>
            <a:r>
              <a:rPr lang="en-IN" dirty="0"/>
              <a:t> ,X and Y to 0</a:t>
            </a:r>
          </a:p>
        </p:txBody>
      </p:sp>
    </p:spTree>
    <p:extLst>
      <p:ext uri="{BB962C8B-B14F-4D97-AF65-F5344CB8AC3E}">
        <p14:creationId xmlns:p14="http://schemas.microsoft.com/office/powerpoint/2010/main" val="22762491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{358A48EF-3E25-49CE-98CC-5AAE115D1582}tf55705232_win32</Template>
  <TotalTime>512</TotalTime>
  <Words>1520</Words>
  <Application>Microsoft Office PowerPoint</Application>
  <PresentationFormat>Widescreen</PresentationFormat>
  <Paragraphs>125</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Algerian</vt:lpstr>
      <vt:lpstr>Arial</vt:lpstr>
      <vt:lpstr>Bodoni MT</vt:lpstr>
      <vt:lpstr>Calibri</vt:lpstr>
      <vt:lpstr>Google Sans</vt:lpstr>
      <vt:lpstr>Goudy Old Style</vt:lpstr>
      <vt:lpstr>Söhne</vt:lpstr>
      <vt:lpstr>Wingdings</vt:lpstr>
      <vt:lpstr>Wingdings 2</vt:lpstr>
      <vt:lpstr>SlateVTI</vt:lpstr>
      <vt:lpstr>Conquer The World..!</vt:lpstr>
      <vt:lpstr>INDEX  </vt:lpstr>
      <vt:lpstr>ABSTRACT</vt:lpstr>
      <vt:lpstr>INTRODUCTION</vt:lpstr>
      <vt:lpstr>GENERAL DESCRIPTION</vt:lpstr>
      <vt:lpstr>SPECIFIC REQUIRMENTS</vt:lpstr>
      <vt:lpstr>ACCEPTANCE AREA</vt:lpstr>
      <vt:lpstr>ALGORITHM USED</vt:lpstr>
      <vt:lpstr>ALGORITHM OVERVIEW</vt:lpstr>
      <vt:lpstr>ALGORITHM OVERVIEW</vt:lpstr>
      <vt:lpstr>ALGORITHM USED</vt:lpstr>
      <vt:lpstr>ALGORITHM USED</vt:lpstr>
      <vt:lpstr>ALGORITHM USED</vt:lpstr>
      <vt:lpstr>ALGORITHM USED</vt:lpstr>
      <vt:lpstr>CONSTRAINTS</vt:lpstr>
      <vt:lpstr>SYSTEM DESIGN</vt:lpstr>
      <vt:lpstr>SYSTEM DESIGN</vt:lpstr>
      <vt:lpstr>SYSTEM DESIGN</vt:lpstr>
      <vt:lpstr>GRAPHICAL REPRESENTATION</vt:lpstr>
      <vt:lpstr>INPUT-OUTPUT</vt:lpstr>
      <vt:lpstr>CODE SINNPTS</vt:lpstr>
      <vt:lpstr>CODE SINNPTS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Conqure The World..!</dc:title>
  <dc:creator>Wahid Jamadar</dc:creator>
  <cp:lastModifiedBy>Wahid Jamadar</cp:lastModifiedBy>
  <cp:revision>1</cp:revision>
  <dcterms:created xsi:type="dcterms:W3CDTF">2023-12-09T05:30:35Z</dcterms:created>
  <dcterms:modified xsi:type="dcterms:W3CDTF">2023-12-20T09:19:30Z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